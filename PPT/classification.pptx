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20" r:id="rId1"/>
  </p:sldMasterIdLst>
  <p:notesMasterIdLst>
    <p:notesMasterId r:id="rId3"/>
  </p:notesMasterIdLst>
  <p:sldIdLst>
    <p:sldId id="256" r:id="rId2"/>
  </p:sldIdLst>
  <p:sldSz cx="3240088" cy="22320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0139"/>
  </p:normalViewPr>
  <p:slideViewPr>
    <p:cSldViewPr snapToGrid="0">
      <p:cViewPr varScale="1">
        <p:scale>
          <a:sx n="309" d="100"/>
          <a:sy n="309" d="100"/>
        </p:scale>
        <p:origin x="16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042C4-EE35-564D-82D3-094D265CAABF}" type="datetimeFigureOut">
              <a:rPr lang="en-CN" smtClean="0"/>
              <a:t>2024/3/3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0625" y="1143000"/>
            <a:ext cx="44767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D2AA1A-89E4-2742-BEB5-544508B50BB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90896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90625" y="1143000"/>
            <a:ext cx="44767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D2AA1A-89E4-2742-BEB5-544508B50BBE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35562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007" y="365288"/>
            <a:ext cx="2754075" cy="777075"/>
          </a:xfrm>
        </p:spPr>
        <p:txBody>
          <a:bodyPr anchor="b"/>
          <a:lstStyle>
            <a:lvl1pPr algn="ctr">
              <a:defRPr sz="19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011" y="1172330"/>
            <a:ext cx="2430066" cy="538889"/>
          </a:xfrm>
        </p:spPr>
        <p:txBody>
          <a:bodyPr/>
          <a:lstStyle>
            <a:lvl1pPr marL="0" indent="0" algn="ctr">
              <a:buNone/>
              <a:defRPr sz="781"/>
            </a:lvl1pPr>
            <a:lvl2pPr marL="148819" indent="0" algn="ctr">
              <a:buNone/>
              <a:defRPr sz="651"/>
            </a:lvl2pPr>
            <a:lvl3pPr marL="297637" indent="0" algn="ctr">
              <a:buNone/>
              <a:defRPr sz="586"/>
            </a:lvl3pPr>
            <a:lvl4pPr marL="446456" indent="0" algn="ctr">
              <a:buNone/>
              <a:defRPr sz="521"/>
            </a:lvl4pPr>
            <a:lvl5pPr marL="595274" indent="0" algn="ctr">
              <a:buNone/>
              <a:defRPr sz="521"/>
            </a:lvl5pPr>
            <a:lvl6pPr marL="744093" indent="0" algn="ctr">
              <a:buNone/>
              <a:defRPr sz="521"/>
            </a:lvl6pPr>
            <a:lvl7pPr marL="892912" indent="0" algn="ctr">
              <a:buNone/>
              <a:defRPr sz="521"/>
            </a:lvl7pPr>
            <a:lvl8pPr marL="1041730" indent="0" algn="ctr">
              <a:buNone/>
              <a:defRPr sz="521"/>
            </a:lvl8pPr>
            <a:lvl9pPr marL="1190549" indent="0" algn="ctr">
              <a:buNone/>
              <a:defRPr sz="52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1703-948F-1940-BBB7-4C67C423BEC3}" type="datetimeFigureOut">
              <a:rPr lang="en-CN" smtClean="0"/>
              <a:t>2024/3/3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25E7-1A68-4B4B-9DBC-92F3D0762C2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97627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1703-948F-1940-BBB7-4C67C423BEC3}" type="datetimeFigureOut">
              <a:rPr lang="en-CN" smtClean="0"/>
              <a:t>2024/3/3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25E7-1A68-4B4B-9DBC-92F3D0762C2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6879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69" y="556457"/>
            <a:ext cx="2794576" cy="928460"/>
          </a:xfrm>
        </p:spPr>
        <p:txBody>
          <a:bodyPr anchor="b"/>
          <a:lstStyle>
            <a:lvl1pPr>
              <a:defRPr sz="19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69" y="1493701"/>
            <a:ext cx="2794576" cy="488255"/>
          </a:xfrm>
        </p:spPr>
        <p:txBody>
          <a:bodyPr/>
          <a:lstStyle>
            <a:lvl1pPr marL="0" indent="0">
              <a:buNone/>
              <a:defRPr sz="781">
                <a:solidFill>
                  <a:schemeClr val="tx1"/>
                </a:solidFill>
              </a:defRPr>
            </a:lvl1pPr>
            <a:lvl2pPr marL="148819" indent="0">
              <a:buNone/>
              <a:defRPr sz="651">
                <a:solidFill>
                  <a:schemeClr val="tx1">
                    <a:tint val="75000"/>
                  </a:schemeClr>
                </a:solidFill>
              </a:defRPr>
            </a:lvl2pPr>
            <a:lvl3pPr marL="297637" indent="0">
              <a:buNone/>
              <a:defRPr sz="586">
                <a:solidFill>
                  <a:schemeClr val="tx1">
                    <a:tint val="75000"/>
                  </a:schemeClr>
                </a:solidFill>
              </a:defRPr>
            </a:lvl3pPr>
            <a:lvl4pPr marL="446456" indent="0">
              <a:buNone/>
              <a:defRPr sz="521">
                <a:solidFill>
                  <a:schemeClr val="tx1">
                    <a:tint val="75000"/>
                  </a:schemeClr>
                </a:solidFill>
              </a:defRPr>
            </a:lvl4pPr>
            <a:lvl5pPr marL="595274" indent="0">
              <a:buNone/>
              <a:defRPr sz="521">
                <a:solidFill>
                  <a:schemeClr val="tx1">
                    <a:tint val="75000"/>
                  </a:schemeClr>
                </a:solidFill>
              </a:defRPr>
            </a:lvl5pPr>
            <a:lvl6pPr marL="744093" indent="0">
              <a:buNone/>
              <a:defRPr sz="521">
                <a:solidFill>
                  <a:schemeClr val="tx1">
                    <a:tint val="75000"/>
                  </a:schemeClr>
                </a:solidFill>
              </a:defRPr>
            </a:lvl6pPr>
            <a:lvl7pPr marL="892912" indent="0">
              <a:buNone/>
              <a:defRPr sz="521">
                <a:solidFill>
                  <a:schemeClr val="tx1">
                    <a:tint val="75000"/>
                  </a:schemeClr>
                </a:solidFill>
              </a:defRPr>
            </a:lvl7pPr>
            <a:lvl8pPr marL="1041730" indent="0">
              <a:buNone/>
              <a:defRPr sz="521">
                <a:solidFill>
                  <a:schemeClr val="tx1">
                    <a:tint val="75000"/>
                  </a:schemeClr>
                </a:solidFill>
              </a:defRPr>
            </a:lvl8pPr>
            <a:lvl9pPr marL="1190549" indent="0">
              <a:buNone/>
              <a:defRPr sz="52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1703-948F-1940-BBB7-4C67C423BEC3}" type="datetimeFigureOut">
              <a:rPr lang="en-CN" smtClean="0"/>
              <a:t>2024/3/3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25E7-1A68-4B4B-9DBC-92F3D0762C2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37097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56" y="594174"/>
            <a:ext cx="1377037" cy="14161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95" y="594174"/>
            <a:ext cx="1377037" cy="14161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1703-948F-1940-BBB7-4C67C423BEC3}" type="datetimeFigureOut">
              <a:rPr lang="en-CN" smtClean="0"/>
              <a:t>2024/3/3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25E7-1A68-4B4B-9DBC-92F3D0762C2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06075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118835"/>
            <a:ext cx="2794576" cy="4314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78" y="547156"/>
            <a:ext cx="1370709" cy="268153"/>
          </a:xfrm>
        </p:spPr>
        <p:txBody>
          <a:bodyPr anchor="b"/>
          <a:lstStyle>
            <a:lvl1pPr marL="0" indent="0">
              <a:buNone/>
              <a:defRPr sz="781" b="1"/>
            </a:lvl1pPr>
            <a:lvl2pPr marL="148819" indent="0">
              <a:buNone/>
              <a:defRPr sz="651" b="1"/>
            </a:lvl2pPr>
            <a:lvl3pPr marL="297637" indent="0">
              <a:buNone/>
              <a:defRPr sz="586" b="1"/>
            </a:lvl3pPr>
            <a:lvl4pPr marL="446456" indent="0">
              <a:buNone/>
              <a:defRPr sz="521" b="1"/>
            </a:lvl4pPr>
            <a:lvl5pPr marL="595274" indent="0">
              <a:buNone/>
              <a:defRPr sz="521" b="1"/>
            </a:lvl5pPr>
            <a:lvl6pPr marL="744093" indent="0">
              <a:buNone/>
              <a:defRPr sz="521" b="1"/>
            </a:lvl6pPr>
            <a:lvl7pPr marL="892912" indent="0">
              <a:buNone/>
              <a:defRPr sz="521" b="1"/>
            </a:lvl7pPr>
            <a:lvl8pPr marL="1041730" indent="0">
              <a:buNone/>
              <a:defRPr sz="521" b="1"/>
            </a:lvl8pPr>
            <a:lvl9pPr marL="1190549" indent="0">
              <a:buNone/>
              <a:defRPr sz="52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78" y="815309"/>
            <a:ext cx="1370709" cy="11991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95" y="547156"/>
            <a:ext cx="1377459" cy="268153"/>
          </a:xfrm>
        </p:spPr>
        <p:txBody>
          <a:bodyPr anchor="b"/>
          <a:lstStyle>
            <a:lvl1pPr marL="0" indent="0">
              <a:buNone/>
              <a:defRPr sz="781" b="1"/>
            </a:lvl1pPr>
            <a:lvl2pPr marL="148819" indent="0">
              <a:buNone/>
              <a:defRPr sz="651" b="1"/>
            </a:lvl2pPr>
            <a:lvl3pPr marL="297637" indent="0">
              <a:buNone/>
              <a:defRPr sz="586" b="1"/>
            </a:lvl3pPr>
            <a:lvl4pPr marL="446456" indent="0">
              <a:buNone/>
              <a:defRPr sz="521" b="1"/>
            </a:lvl4pPr>
            <a:lvl5pPr marL="595274" indent="0">
              <a:buNone/>
              <a:defRPr sz="521" b="1"/>
            </a:lvl5pPr>
            <a:lvl6pPr marL="744093" indent="0">
              <a:buNone/>
              <a:defRPr sz="521" b="1"/>
            </a:lvl6pPr>
            <a:lvl7pPr marL="892912" indent="0">
              <a:buNone/>
              <a:defRPr sz="521" b="1"/>
            </a:lvl7pPr>
            <a:lvl8pPr marL="1041730" indent="0">
              <a:buNone/>
              <a:defRPr sz="521" b="1"/>
            </a:lvl8pPr>
            <a:lvl9pPr marL="1190549" indent="0">
              <a:buNone/>
              <a:defRPr sz="52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95" y="815309"/>
            <a:ext cx="1377459" cy="11991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1703-948F-1940-BBB7-4C67C423BEC3}" type="datetimeFigureOut">
              <a:rPr lang="en-CN" smtClean="0"/>
              <a:t>2024/3/3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25E7-1A68-4B4B-9DBC-92F3D0762C2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14062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1703-948F-1940-BBB7-4C67C423BEC3}" type="datetimeFigureOut">
              <a:rPr lang="en-CN" smtClean="0"/>
              <a:t>2024/3/3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25E7-1A68-4B4B-9DBC-92F3D0762C2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49236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1703-948F-1940-BBB7-4C67C423BEC3}" type="datetimeFigureOut">
              <a:rPr lang="en-CN" smtClean="0"/>
              <a:t>2024/3/3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25E7-1A68-4B4B-9DBC-92F3D0762C2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99236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148802"/>
            <a:ext cx="1045013" cy="520806"/>
          </a:xfrm>
        </p:spPr>
        <p:txBody>
          <a:bodyPr anchor="b"/>
          <a:lstStyle>
            <a:lvl1pPr>
              <a:defRPr sz="104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459" y="321371"/>
            <a:ext cx="1640295" cy="1586184"/>
          </a:xfrm>
        </p:spPr>
        <p:txBody>
          <a:bodyPr/>
          <a:lstStyle>
            <a:lvl1pPr>
              <a:defRPr sz="1042"/>
            </a:lvl1pPr>
            <a:lvl2pPr>
              <a:defRPr sz="911"/>
            </a:lvl2pPr>
            <a:lvl3pPr>
              <a:defRPr sz="781"/>
            </a:lvl3pPr>
            <a:lvl4pPr>
              <a:defRPr sz="651"/>
            </a:lvl4pPr>
            <a:lvl5pPr>
              <a:defRPr sz="651"/>
            </a:lvl5pPr>
            <a:lvl6pPr>
              <a:defRPr sz="651"/>
            </a:lvl6pPr>
            <a:lvl7pPr>
              <a:defRPr sz="651"/>
            </a:lvl7pPr>
            <a:lvl8pPr>
              <a:defRPr sz="651"/>
            </a:lvl8pPr>
            <a:lvl9pPr>
              <a:defRPr sz="6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669607"/>
            <a:ext cx="1045013" cy="1240531"/>
          </a:xfrm>
        </p:spPr>
        <p:txBody>
          <a:bodyPr/>
          <a:lstStyle>
            <a:lvl1pPr marL="0" indent="0">
              <a:buNone/>
              <a:defRPr sz="521"/>
            </a:lvl1pPr>
            <a:lvl2pPr marL="148819" indent="0">
              <a:buNone/>
              <a:defRPr sz="456"/>
            </a:lvl2pPr>
            <a:lvl3pPr marL="297637" indent="0">
              <a:buNone/>
              <a:defRPr sz="391"/>
            </a:lvl3pPr>
            <a:lvl4pPr marL="446456" indent="0">
              <a:buNone/>
              <a:defRPr sz="326"/>
            </a:lvl4pPr>
            <a:lvl5pPr marL="595274" indent="0">
              <a:buNone/>
              <a:defRPr sz="326"/>
            </a:lvl5pPr>
            <a:lvl6pPr marL="744093" indent="0">
              <a:buNone/>
              <a:defRPr sz="326"/>
            </a:lvl6pPr>
            <a:lvl7pPr marL="892912" indent="0">
              <a:buNone/>
              <a:defRPr sz="326"/>
            </a:lvl7pPr>
            <a:lvl8pPr marL="1041730" indent="0">
              <a:buNone/>
              <a:defRPr sz="326"/>
            </a:lvl8pPr>
            <a:lvl9pPr marL="1190549" indent="0">
              <a:buNone/>
              <a:defRPr sz="3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1703-948F-1940-BBB7-4C67C423BEC3}" type="datetimeFigureOut">
              <a:rPr lang="en-CN" smtClean="0"/>
              <a:t>2024/3/3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25E7-1A68-4B4B-9DBC-92F3D0762C2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866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148802"/>
            <a:ext cx="1045013" cy="520806"/>
          </a:xfrm>
        </p:spPr>
        <p:txBody>
          <a:bodyPr anchor="b"/>
          <a:lstStyle>
            <a:lvl1pPr>
              <a:defRPr sz="104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459" y="321371"/>
            <a:ext cx="1640295" cy="1586184"/>
          </a:xfrm>
        </p:spPr>
        <p:txBody>
          <a:bodyPr anchor="t"/>
          <a:lstStyle>
            <a:lvl1pPr marL="0" indent="0">
              <a:buNone/>
              <a:defRPr sz="1042"/>
            </a:lvl1pPr>
            <a:lvl2pPr marL="148819" indent="0">
              <a:buNone/>
              <a:defRPr sz="911"/>
            </a:lvl2pPr>
            <a:lvl3pPr marL="297637" indent="0">
              <a:buNone/>
              <a:defRPr sz="781"/>
            </a:lvl3pPr>
            <a:lvl4pPr marL="446456" indent="0">
              <a:buNone/>
              <a:defRPr sz="651"/>
            </a:lvl4pPr>
            <a:lvl5pPr marL="595274" indent="0">
              <a:buNone/>
              <a:defRPr sz="651"/>
            </a:lvl5pPr>
            <a:lvl6pPr marL="744093" indent="0">
              <a:buNone/>
              <a:defRPr sz="651"/>
            </a:lvl6pPr>
            <a:lvl7pPr marL="892912" indent="0">
              <a:buNone/>
              <a:defRPr sz="651"/>
            </a:lvl7pPr>
            <a:lvl8pPr marL="1041730" indent="0">
              <a:buNone/>
              <a:defRPr sz="651"/>
            </a:lvl8pPr>
            <a:lvl9pPr marL="1190549" indent="0">
              <a:buNone/>
              <a:defRPr sz="65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669607"/>
            <a:ext cx="1045013" cy="1240531"/>
          </a:xfrm>
        </p:spPr>
        <p:txBody>
          <a:bodyPr/>
          <a:lstStyle>
            <a:lvl1pPr marL="0" indent="0">
              <a:buNone/>
              <a:defRPr sz="521"/>
            </a:lvl1pPr>
            <a:lvl2pPr marL="148819" indent="0">
              <a:buNone/>
              <a:defRPr sz="456"/>
            </a:lvl2pPr>
            <a:lvl3pPr marL="297637" indent="0">
              <a:buNone/>
              <a:defRPr sz="391"/>
            </a:lvl3pPr>
            <a:lvl4pPr marL="446456" indent="0">
              <a:buNone/>
              <a:defRPr sz="326"/>
            </a:lvl4pPr>
            <a:lvl5pPr marL="595274" indent="0">
              <a:buNone/>
              <a:defRPr sz="326"/>
            </a:lvl5pPr>
            <a:lvl6pPr marL="744093" indent="0">
              <a:buNone/>
              <a:defRPr sz="326"/>
            </a:lvl6pPr>
            <a:lvl7pPr marL="892912" indent="0">
              <a:buNone/>
              <a:defRPr sz="326"/>
            </a:lvl7pPr>
            <a:lvl8pPr marL="1041730" indent="0">
              <a:buNone/>
              <a:defRPr sz="326"/>
            </a:lvl8pPr>
            <a:lvl9pPr marL="1190549" indent="0">
              <a:buNone/>
              <a:defRPr sz="3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1703-948F-1940-BBB7-4C67C423BEC3}" type="datetimeFigureOut">
              <a:rPr lang="en-CN" smtClean="0"/>
              <a:t>2024/3/3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25E7-1A68-4B4B-9DBC-92F3D0762C2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62196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1703-948F-1940-BBB7-4C67C423BEC3}" type="datetimeFigureOut">
              <a:rPr lang="en-CN" smtClean="0"/>
              <a:t>2024/3/3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25E7-1A68-4B4B-9DBC-92F3D0762C2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93014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688" y="118835"/>
            <a:ext cx="698644" cy="18915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56" y="118835"/>
            <a:ext cx="2055431" cy="18915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1703-948F-1940-BBB7-4C67C423BEC3}" type="datetimeFigureOut">
              <a:rPr lang="en-CN" smtClean="0"/>
              <a:t>2024/3/3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25E7-1A68-4B4B-9DBC-92F3D0762C2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12901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56" y="118835"/>
            <a:ext cx="2794576" cy="4314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56" y="594174"/>
            <a:ext cx="2794576" cy="1416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56" y="2068757"/>
            <a:ext cx="729020" cy="1188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11703-948F-1940-BBB7-4C67C423BEC3}" type="datetimeFigureOut">
              <a:rPr lang="en-CN" smtClean="0"/>
              <a:t>2024/3/3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79" y="2068757"/>
            <a:ext cx="1093530" cy="1188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312" y="2068757"/>
            <a:ext cx="729020" cy="1188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25E7-1A68-4B4B-9DBC-92F3D0762C2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8309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</p:sldLayoutIdLst>
  <p:txStyles>
    <p:titleStyle>
      <a:lvl1pPr algn="l" defTabSz="297637" rtl="0" eaLnBrk="1" latinLnBrk="0" hangingPunct="1">
        <a:lnSpc>
          <a:spcPct val="90000"/>
        </a:lnSpc>
        <a:spcBef>
          <a:spcPct val="0"/>
        </a:spcBef>
        <a:buNone/>
        <a:defRPr sz="14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4409" indent="-74409" algn="l" defTabSz="297637" rtl="0" eaLnBrk="1" latinLnBrk="0" hangingPunct="1">
        <a:lnSpc>
          <a:spcPct val="90000"/>
        </a:lnSpc>
        <a:spcBef>
          <a:spcPts val="326"/>
        </a:spcBef>
        <a:buFont typeface="Arial" panose="020B0604020202020204" pitchFamily="34" charset="0"/>
        <a:buChar char="•"/>
        <a:defRPr sz="911" kern="1200">
          <a:solidFill>
            <a:schemeClr val="tx1"/>
          </a:solidFill>
          <a:latin typeface="+mn-lt"/>
          <a:ea typeface="+mn-ea"/>
          <a:cs typeface="+mn-cs"/>
        </a:defRPr>
      </a:lvl1pPr>
      <a:lvl2pPr marL="223228" indent="-74409" algn="l" defTabSz="297637" rtl="0" eaLnBrk="1" latinLnBrk="0" hangingPunct="1">
        <a:lnSpc>
          <a:spcPct val="90000"/>
        </a:lnSpc>
        <a:spcBef>
          <a:spcPts val="163"/>
        </a:spcBef>
        <a:buFont typeface="Arial" panose="020B0604020202020204" pitchFamily="34" charset="0"/>
        <a:buChar char="•"/>
        <a:defRPr sz="781" kern="1200">
          <a:solidFill>
            <a:schemeClr val="tx1"/>
          </a:solidFill>
          <a:latin typeface="+mn-lt"/>
          <a:ea typeface="+mn-ea"/>
          <a:cs typeface="+mn-cs"/>
        </a:defRPr>
      </a:lvl2pPr>
      <a:lvl3pPr marL="372047" indent="-74409" algn="l" defTabSz="297637" rtl="0" eaLnBrk="1" latinLnBrk="0" hangingPunct="1">
        <a:lnSpc>
          <a:spcPct val="90000"/>
        </a:lnSpc>
        <a:spcBef>
          <a:spcPts val="163"/>
        </a:spcBef>
        <a:buFont typeface="Arial" panose="020B0604020202020204" pitchFamily="34" charset="0"/>
        <a:buChar char="•"/>
        <a:defRPr sz="651" kern="1200">
          <a:solidFill>
            <a:schemeClr val="tx1"/>
          </a:solidFill>
          <a:latin typeface="+mn-lt"/>
          <a:ea typeface="+mn-ea"/>
          <a:cs typeface="+mn-cs"/>
        </a:defRPr>
      </a:lvl3pPr>
      <a:lvl4pPr marL="520865" indent="-74409" algn="l" defTabSz="297637" rtl="0" eaLnBrk="1" latinLnBrk="0" hangingPunct="1">
        <a:lnSpc>
          <a:spcPct val="90000"/>
        </a:lnSpc>
        <a:spcBef>
          <a:spcPts val="163"/>
        </a:spcBef>
        <a:buFont typeface="Arial" panose="020B0604020202020204" pitchFamily="34" charset="0"/>
        <a:buChar char="•"/>
        <a:defRPr sz="586" kern="1200">
          <a:solidFill>
            <a:schemeClr val="tx1"/>
          </a:solidFill>
          <a:latin typeface="+mn-lt"/>
          <a:ea typeface="+mn-ea"/>
          <a:cs typeface="+mn-cs"/>
        </a:defRPr>
      </a:lvl4pPr>
      <a:lvl5pPr marL="669684" indent="-74409" algn="l" defTabSz="297637" rtl="0" eaLnBrk="1" latinLnBrk="0" hangingPunct="1">
        <a:lnSpc>
          <a:spcPct val="90000"/>
        </a:lnSpc>
        <a:spcBef>
          <a:spcPts val="163"/>
        </a:spcBef>
        <a:buFont typeface="Arial" panose="020B0604020202020204" pitchFamily="34" charset="0"/>
        <a:buChar char="•"/>
        <a:defRPr sz="586" kern="1200">
          <a:solidFill>
            <a:schemeClr val="tx1"/>
          </a:solidFill>
          <a:latin typeface="+mn-lt"/>
          <a:ea typeface="+mn-ea"/>
          <a:cs typeface="+mn-cs"/>
        </a:defRPr>
      </a:lvl5pPr>
      <a:lvl6pPr marL="818502" indent="-74409" algn="l" defTabSz="297637" rtl="0" eaLnBrk="1" latinLnBrk="0" hangingPunct="1">
        <a:lnSpc>
          <a:spcPct val="90000"/>
        </a:lnSpc>
        <a:spcBef>
          <a:spcPts val="163"/>
        </a:spcBef>
        <a:buFont typeface="Arial" panose="020B0604020202020204" pitchFamily="34" charset="0"/>
        <a:buChar char="•"/>
        <a:defRPr sz="586" kern="1200">
          <a:solidFill>
            <a:schemeClr val="tx1"/>
          </a:solidFill>
          <a:latin typeface="+mn-lt"/>
          <a:ea typeface="+mn-ea"/>
          <a:cs typeface="+mn-cs"/>
        </a:defRPr>
      </a:lvl6pPr>
      <a:lvl7pPr marL="967321" indent="-74409" algn="l" defTabSz="297637" rtl="0" eaLnBrk="1" latinLnBrk="0" hangingPunct="1">
        <a:lnSpc>
          <a:spcPct val="90000"/>
        </a:lnSpc>
        <a:spcBef>
          <a:spcPts val="163"/>
        </a:spcBef>
        <a:buFont typeface="Arial" panose="020B0604020202020204" pitchFamily="34" charset="0"/>
        <a:buChar char="•"/>
        <a:defRPr sz="586" kern="1200">
          <a:solidFill>
            <a:schemeClr val="tx1"/>
          </a:solidFill>
          <a:latin typeface="+mn-lt"/>
          <a:ea typeface="+mn-ea"/>
          <a:cs typeface="+mn-cs"/>
        </a:defRPr>
      </a:lvl7pPr>
      <a:lvl8pPr marL="1116140" indent="-74409" algn="l" defTabSz="297637" rtl="0" eaLnBrk="1" latinLnBrk="0" hangingPunct="1">
        <a:lnSpc>
          <a:spcPct val="90000"/>
        </a:lnSpc>
        <a:spcBef>
          <a:spcPts val="163"/>
        </a:spcBef>
        <a:buFont typeface="Arial" panose="020B0604020202020204" pitchFamily="34" charset="0"/>
        <a:buChar char="•"/>
        <a:defRPr sz="586" kern="1200">
          <a:solidFill>
            <a:schemeClr val="tx1"/>
          </a:solidFill>
          <a:latin typeface="+mn-lt"/>
          <a:ea typeface="+mn-ea"/>
          <a:cs typeface="+mn-cs"/>
        </a:defRPr>
      </a:lvl8pPr>
      <a:lvl9pPr marL="1264958" indent="-74409" algn="l" defTabSz="297637" rtl="0" eaLnBrk="1" latinLnBrk="0" hangingPunct="1">
        <a:lnSpc>
          <a:spcPct val="90000"/>
        </a:lnSpc>
        <a:spcBef>
          <a:spcPts val="163"/>
        </a:spcBef>
        <a:buFont typeface="Arial" panose="020B0604020202020204" pitchFamily="34" charset="0"/>
        <a:buChar char="•"/>
        <a:defRPr sz="58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7637" rtl="0" eaLnBrk="1" latinLnBrk="0" hangingPunct="1">
        <a:defRPr sz="586" kern="1200">
          <a:solidFill>
            <a:schemeClr val="tx1"/>
          </a:solidFill>
          <a:latin typeface="+mn-lt"/>
          <a:ea typeface="+mn-ea"/>
          <a:cs typeface="+mn-cs"/>
        </a:defRPr>
      </a:lvl1pPr>
      <a:lvl2pPr marL="148819" algn="l" defTabSz="297637" rtl="0" eaLnBrk="1" latinLnBrk="0" hangingPunct="1">
        <a:defRPr sz="586" kern="1200">
          <a:solidFill>
            <a:schemeClr val="tx1"/>
          </a:solidFill>
          <a:latin typeface="+mn-lt"/>
          <a:ea typeface="+mn-ea"/>
          <a:cs typeface="+mn-cs"/>
        </a:defRPr>
      </a:lvl2pPr>
      <a:lvl3pPr marL="297637" algn="l" defTabSz="297637" rtl="0" eaLnBrk="1" latinLnBrk="0" hangingPunct="1">
        <a:defRPr sz="586" kern="1200">
          <a:solidFill>
            <a:schemeClr val="tx1"/>
          </a:solidFill>
          <a:latin typeface="+mn-lt"/>
          <a:ea typeface="+mn-ea"/>
          <a:cs typeface="+mn-cs"/>
        </a:defRPr>
      </a:lvl3pPr>
      <a:lvl4pPr marL="446456" algn="l" defTabSz="297637" rtl="0" eaLnBrk="1" latinLnBrk="0" hangingPunct="1">
        <a:defRPr sz="586" kern="1200">
          <a:solidFill>
            <a:schemeClr val="tx1"/>
          </a:solidFill>
          <a:latin typeface="+mn-lt"/>
          <a:ea typeface="+mn-ea"/>
          <a:cs typeface="+mn-cs"/>
        </a:defRPr>
      </a:lvl4pPr>
      <a:lvl5pPr marL="595274" algn="l" defTabSz="297637" rtl="0" eaLnBrk="1" latinLnBrk="0" hangingPunct="1">
        <a:defRPr sz="586" kern="1200">
          <a:solidFill>
            <a:schemeClr val="tx1"/>
          </a:solidFill>
          <a:latin typeface="+mn-lt"/>
          <a:ea typeface="+mn-ea"/>
          <a:cs typeface="+mn-cs"/>
        </a:defRPr>
      </a:lvl5pPr>
      <a:lvl6pPr marL="744093" algn="l" defTabSz="297637" rtl="0" eaLnBrk="1" latinLnBrk="0" hangingPunct="1">
        <a:defRPr sz="586" kern="1200">
          <a:solidFill>
            <a:schemeClr val="tx1"/>
          </a:solidFill>
          <a:latin typeface="+mn-lt"/>
          <a:ea typeface="+mn-ea"/>
          <a:cs typeface="+mn-cs"/>
        </a:defRPr>
      </a:lvl6pPr>
      <a:lvl7pPr marL="892912" algn="l" defTabSz="297637" rtl="0" eaLnBrk="1" latinLnBrk="0" hangingPunct="1">
        <a:defRPr sz="586" kern="1200">
          <a:solidFill>
            <a:schemeClr val="tx1"/>
          </a:solidFill>
          <a:latin typeface="+mn-lt"/>
          <a:ea typeface="+mn-ea"/>
          <a:cs typeface="+mn-cs"/>
        </a:defRPr>
      </a:lvl7pPr>
      <a:lvl8pPr marL="1041730" algn="l" defTabSz="297637" rtl="0" eaLnBrk="1" latinLnBrk="0" hangingPunct="1">
        <a:defRPr sz="586" kern="1200">
          <a:solidFill>
            <a:schemeClr val="tx1"/>
          </a:solidFill>
          <a:latin typeface="+mn-lt"/>
          <a:ea typeface="+mn-ea"/>
          <a:cs typeface="+mn-cs"/>
        </a:defRPr>
      </a:lvl8pPr>
      <a:lvl9pPr marL="1190549" algn="l" defTabSz="297637" rtl="0" eaLnBrk="1" latinLnBrk="0" hangingPunct="1">
        <a:defRPr sz="58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25">
            <a:extLst>
              <a:ext uri="{FF2B5EF4-FFF2-40B4-BE49-F238E27FC236}">
                <a16:creationId xmlns:a16="http://schemas.microsoft.com/office/drawing/2014/main" id="{C67FFAF4-65A3-3039-003C-6AAFEC1400E9}"/>
              </a:ext>
            </a:extLst>
          </p:cNvPr>
          <p:cNvSpPr txBox="1"/>
          <p:nvPr/>
        </p:nvSpPr>
        <p:spPr>
          <a:xfrm>
            <a:off x="940962" y="1593052"/>
            <a:ext cx="5992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800" dirty="0">
                <a:latin typeface="Arial" panose="020B0604020202020204" pitchFamily="34" charset="0"/>
                <a:cs typeface="Arial" panose="020B0604020202020204" pitchFamily="34" charset="0"/>
              </a:rPr>
              <a:t>[CLS]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4D53EF1-E32C-3EF3-4602-F110FDD7E977}"/>
              </a:ext>
            </a:extLst>
          </p:cNvPr>
          <p:cNvSpPr/>
          <p:nvPr/>
        </p:nvSpPr>
        <p:spPr>
          <a:xfrm>
            <a:off x="1028945" y="1128931"/>
            <a:ext cx="2098661" cy="26724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Pre-trained Language Model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43F6FB-7FAE-4819-CB2C-0596F5F87D55}"/>
              </a:ext>
            </a:extLst>
          </p:cNvPr>
          <p:cNvSpPr txBox="1"/>
          <p:nvPr/>
        </p:nvSpPr>
        <p:spPr>
          <a:xfrm>
            <a:off x="1562797" y="1593052"/>
            <a:ext cx="3278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8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3CA0F1-B1B5-D7FB-340B-0B5D05DF586C}"/>
              </a:ext>
            </a:extLst>
          </p:cNvPr>
          <p:cNvSpPr txBox="1"/>
          <p:nvPr/>
        </p:nvSpPr>
        <p:spPr>
          <a:xfrm>
            <a:off x="2459497" y="1593052"/>
            <a:ext cx="3278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800" i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CN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8A0D25-E191-302A-664F-91290394E8D1}"/>
              </a:ext>
            </a:extLst>
          </p:cNvPr>
          <p:cNvSpPr txBox="1"/>
          <p:nvPr/>
        </p:nvSpPr>
        <p:spPr>
          <a:xfrm>
            <a:off x="2710939" y="1593052"/>
            <a:ext cx="4736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800" dirty="0">
                <a:latin typeface="Arial" panose="020B0604020202020204" pitchFamily="34" charset="0"/>
                <a:cs typeface="Arial" panose="020B0604020202020204" pitchFamily="34" charset="0"/>
              </a:rPr>
              <a:t>[SEP]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3B260FC-CEAE-30EA-9649-E2E249191CCB}"/>
              </a:ext>
            </a:extLst>
          </p:cNvPr>
          <p:cNvGrpSpPr/>
          <p:nvPr/>
        </p:nvGrpSpPr>
        <p:grpSpPr>
          <a:xfrm>
            <a:off x="964190" y="1388592"/>
            <a:ext cx="2061180" cy="200055"/>
            <a:chOff x="469304" y="1467981"/>
            <a:chExt cx="2061180" cy="200055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794EF700-199F-3A57-A96B-D53FDA5AD8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912" y="1483199"/>
              <a:ext cx="0" cy="18164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47E9FA5-01F9-EB6A-238C-9508C2325580}"/>
                </a:ext>
              </a:extLst>
            </p:cNvPr>
            <p:cNvGrpSpPr/>
            <p:nvPr/>
          </p:nvGrpSpPr>
          <p:grpSpPr>
            <a:xfrm>
              <a:off x="1087817" y="1483199"/>
              <a:ext cx="346905" cy="181649"/>
              <a:chOff x="1087817" y="1483199"/>
              <a:chExt cx="346905" cy="181649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12C0E6D9-3A07-356A-66CD-6491495B91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87817" y="1483199"/>
                <a:ext cx="0" cy="181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8923F404-0AC3-0D14-4C2E-7BC0846C4B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34722" y="1483199"/>
                <a:ext cx="0" cy="181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6A41810-AF88-ED18-B5CE-9D9A0281AA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1627" y="1483199"/>
              <a:ext cx="0" cy="18164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14E2C23-9E62-D085-7276-D1B075A6F2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8532" y="1483199"/>
              <a:ext cx="0" cy="18164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EBE6CC1E-9EFC-1BB0-4190-02CDC88E40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75435" y="1483199"/>
              <a:ext cx="0" cy="18164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B78E845-1050-708D-B5C0-ABC3655956EB}"/>
                </a:ext>
              </a:extLst>
            </p:cNvPr>
            <p:cNvSpPr txBox="1"/>
            <p:nvPr/>
          </p:nvSpPr>
          <p:spPr>
            <a:xfrm>
              <a:off x="469304" y="1467981"/>
              <a:ext cx="32786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N" sz="7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F3DEE82-79EF-B800-6276-A31EB554D704}"/>
                </a:ext>
              </a:extLst>
            </p:cNvPr>
            <p:cNvSpPr txBox="1"/>
            <p:nvPr/>
          </p:nvSpPr>
          <p:spPr>
            <a:xfrm>
              <a:off x="830615" y="1467981"/>
              <a:ext cx="32786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N" sz="7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FD02E56-E990-BD0B-CA83-1E975B85A427}"/>
                </a:ext>
              </a:extLst>
            </p:cNvPr>
            <p:cNvSpPr txBox="1"/>
            <p:nvPr/>
          </p:nvSpPr>
          <p:spPr>
            <a:xfrm>
              <a:off x="2142671" y="1467981"/>
              <a:ext cx="38781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N" sz="700" dirty="0">
                  <a:latin typeface="Arial" panose="020B0604020202020204" pitchFamily="34" charset="0"/>
                  <a:cs typeface="Arial" panose="020B0604020202020204" pitchFamily="34" charset="0"/>
                </a:rPr>
                <a:t>512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FDF6E01E-F7DC-AC62-7B92-E5358679E420}"/>
              </a:ext>
            </a:extLst>
          </p:cNvPr>
          <p:cNvSpPr txBox="1"/>
          <p:nvPr/>
        </p:nvSpPr>
        <p:spPr>
          <a:xfrm>
            <a:off x="964190" y="929594"/>
            <a:ext cx="3278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7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B454D83-157E-26AF-1FDF-9E9CDA78EF51}"/>
              </a:ext>
            </a:extLst>
          </p:cNvPr>
          <p:cNvCxnSpPr>
            <a:cxnSpLocks/>
          </p:cNvCxnSpPr>
          <p:nvPr/>
        </p:nvCxnSpPr>
        <p:spPr>
          <a:xfrm flipV="1">
            <a:off x="1239552" y="784024"/>
            <a:ext cx="1026" cy="3384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E1ACC24-C678-DF83-D66E-9CFE341A321C}"/>
              </a:ext>
            </a:extLst>
          </p:cNvPr>
          <p:cNvGrpSpPr/>
          <p:nvPr/>
        </p:nvGrpSpPr>
        <p:grpSpPr>
          <a:xfrm>
            <a:off x="1582703" y="944812"/>
            <a:ext cx="346905" cy="181649"/>
            <a:chOff x="1087817" y="1483199"/>
            <a:chExt cx="346905" cy="181649"/>
          </a:xfrm>
        </p:grpSpPr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A1F25CEA-76DD-1166-25A2-EBD86F9299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7817" y="1483199"/>
              <a:ext cx="0" cy="181649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209F878E-605F-092D-4635-ABFD8DEA3F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34722" y="1483199"/>
              <a:ext cx="0" cy="181649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2C64C80-1C16-6511-09D2-C9B47C6D34C1}"/>
              </a:ext>
            </a:extLst>
          </p:cNvPr>
          <p:cNvCxnSpPr>
            <a:cxnSpLocks/>
          </p:cNvCxnSpPr>
          <p:nvPr/>
        </p:nvCxnSpPr>
        <p:spPr>
          <a:xfrm flipV="1">
            <a:off x="2276513" y="944812"/>
            <a:ext cx="0" cy="18164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30E68C2-C62E-0AFC-BDA8-ABC1AEDECE10}"/>
              </a:ext>
            </a:extLst>
          </p:cNvPr>
          <p:cNvCxnSpPr>
            <a:cxnSpLocks/>
          </p:cNvCxnSpPr>
          <p:nvPr/>
        </p:nvCxnSpPr>
        <p:spPr>
          <a:xfrm flipV="1">
            <a:off x="2623418" y="944812"/>
            <a:ext cx="0" cy="18164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56C96AC-1342-6891-5B0F-852C55D0D5D1}"/>
              </a:ext>
            </a:extLst>
          </p:cNvPr>
          <p:cNvCxnSpPr>
            <a:cxnSpLocks/>
          </p:cNvCxnSpPr>
          <p:nvPr/>
        </p:nvCxnSpPr>
        <p:spPr>
          <a:xfrm flipV="1">
            <a:off x="2970321" y="944812"/>
            <a:ext cx="0" cy="18164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90B3E53-C365-943E-84D5-797217C6D837}"/>
              </a:ext>
            </a:extLst>
          </p:cNvPr>
          <p:cNvSpPr txBox="1"/>
          <p:nvPr/>
        </p:nvSpPr>
        <p:spPr>
          <a:xfrm>
            <a:off x="1325501" y="929594"/>
            <a:ext cx="3278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89A319A-195F-DD22-B3E9-595F08272A9D}"/>
              </a:ext>
            </a:extLst>
          </p:cNvPr>
          <p:cNvSpPr txBox="1"/>
          <p:nvPr/>
        </p:nvSpPr>
        <p:spPr>
          <a:xfrm>
            <a:off x="2637557" y="929594"/>
            <a:ext cx="38781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D0ED511-3C82-2A68-6661-9027414D6CAC}"/>
              </a:ext>
            </a:extLst>
          </p:cNvPr>
          <p:cNvGrpSpPr/>
          <p:nvPr/>
        </p:nvGrpSpPr>
        <p:grpSpPr>
          <a:xfrm>
            <a:off x="-75340" y="1848391"/>
            <a:ext cx="3259910" cy="246221"/>
            <a:chOff x="-263161" y="1867142"/>
            <a:chExt cx="3259910" cy="24622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AE2B477-AA57-108E-EA6F-31EA184B449A}"/>
                </a:ext>
              </a:extLst>
            </p:cNvPr>
            <p:cNvSpPr txBox="1"/>
            <p:nvPr/>
          </p:nvSpPr>
          <p:spPr>
            <a:xfrm>
              <a:off x="791588" y="1882530"/>
              <a:ext cx="51483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N" sz="800" dirty="0">
                  <a:latin typeface="Arial" panose="020B0604020202020204" pitchFamily="34" charset="0"/>
                  <a:cs typeface="Arial" panose="020B0604020202020204" pitchFamily="34" charset="0"/>
                </a:rPr>
                <a:t>[CLS]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469CC38-892F-020C-64EC-7B2EF64712E7}"/>
                </a:ext>
              </a:extLst>
            </p:cNvPr>
            <p:cNvSpPr txBox="1"/>
            <p:nvPr/>
          </p:nvSpPr>
          <p:spPr>
            <a:xfrm>
              <a:off x="1735506" y="1867142"/>
              <a:ext cx="32786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N" sz="1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endParaRPr lang="en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5DD246C-340E-8FBD-B251-4FD8217D413B}"/>
                </a:ext>
              </a:extLst>
            </p:cNvPr>
            <p:cNvSpPr txBox="1"/>
            <p:nvPr/>
          </p:nvSpPr>
          <p:spPr>
            <a:xfrm>
              <a:off x="2523114" y="1882530"/>
              <a:ext cx="47363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N" sz="800" dirty="0">
                  <a:latin typeface="Arial" panose="020B0604020202020204" pitchFamily="34" charset="0"/>
                  <a:cs typeface="Arial" panose="020B0604020202020204" pitchFamily="34" charset="0"/>
                </a:rPr>
                <a:t>[SEP]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D860A3B-FCBF-B591-1661-019B7C852D19}"/>
                </a:ext>
              </a:extLst>
            </p:cNvPr>
            <p:cNvSpPr txBox="1"/>
            <p:nvPr/>
          </p:nvSpPr>
          <p:spPr>
            <a:xfrm>
              <a:off x="-263161" y="1882530"/>
              <a:ext cx="123531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N" sz="800" dirty="0">
                  <a:latin typeface="Arial" panose="020B0604020202020204" pitchFamily="34" charset="0"/>
                  <a:cs typeface="Arial" panose="020B0604020202020204" pitchFamily="34" charset="0"/>
                </a:rPr>
                <a:t>Utterance-level Input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8260E204-D74D-02AC-DC14-9AC7CD7D7776}"/>
              </a:ext>
            </a:extLst>
          </p:cNvPr>
          <p:cNvSpPr txBox="1"/>
          <p:nvPr/>
        </p:nvSpPr>
        <p:spPr>
          <a:xfrm>
            <a:off x="173928" y="1593052"/>
            <a:ext cx="9487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800" dirty="0">
                <a:latin typeface="Arial" panose="020B0604020202020204" pitchFamily="34" charset="0"/>
                <a:cs typeface="Arial" panose="020B0604020202020204" pitchFamily="34" charset="0"/>
              </a:rPr>
              <a:t>Tokenized</a:t>
            </a:r>
            <a:r>
              <a:rPr lang="zh-CN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N" sz="800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FE4CAB0-69F1-0B40-7866-AF0DE9C8A4FC}"/>
              </a:ext>
            </a:extLst>
          </p:cNvPr>
          <p:cNvSpPr/>
          <p:nvPr/>
        </p:nvSpPr>
        <p:spPr>
          <a:xfrm>
            <a:off x="768551" y="574040"/>
            <a:ext cx="1047010" cy="20407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FFNN + Softmax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B2E7558-A638-CF9D-9DF5-AF3C9D60D8A5}"/>
              </a:ext>
            </a:extLst>
          </p:cNvPr>
          <p:cNvCxnSpPr>
            <a:cxnSpLocks/>
          </p:cNvCxnSpPr>
          <p:nvPr/>
        </p:nvCxnSpPr>
        <p:spPr>
          <a:xfrm flipV="1">
            <a:off x="1235798" y="394679"/>
            <a:ext cx="0" cy="18164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0FEE5AD-5E8B-EADB-B235-9D2663AC8524}"/>
              </a:ext>
            </a:extLst>
          </p:cNvPr>
          <p:cNvCxnSpPr>
            <a:cxnSpLocks/>
          </p:cNvCxnSpPr>
          <p:nvPr/>
        </p:nvCxnSpPr>
        <p:spPr>
          <a:xfrm>
            <a:off x="971655" y="6193"/>
            <a:ext cx="0" cy="3888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3C6B4148-0852-795E-2EFD-3E4530B5C4B2}"/>
              </a:ext>
            </a:extLst>
          </p:cNvPr>
          <p:cNvSpPr/>
          <p:nvPr/>
        </p:nvSpPr>
        <p:spPr>
          <a:xfrm>
            <a:off x="979412" y="64545"/>
            <a:ext cx="256397" cy="45719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2DF2611-EDFE-8E35-D1F8-CD637E6334BC}"/>
              </a:ext>
            </a:extLst>
          </p:cNvPr>
          <p:cNvSpPr/>
          <p:nvPr/>
        </p:nvSpPr>
        <p:spPr>
          <a:xfrm>
            <a:off x="979400" y="242918"/>
            <a:ext cx="468000" cy="4571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F3AA867-06D1-B732-7952-9515F992AF74}"/>
              </a:ext>
            </a:extLst>
          </p:cNvPr>
          <p:cNvSpPr txBox="1"/>
          <p:nvPr/>
        </p:nvSpPr>
        <p:spPr>
          <a:xfrm>
            <a:off x="1229942" y="34273"/>
            <a:ext cx="14076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8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zh-CN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N" sz="800" dirty="0">
                <a:latin typeface="Arial" panose="020B0604020202020204" pitchFamily="34" charset="0"/>
                <a:cs typeface="Arial" panose="020B0604020202020204" pitchFamily="34" charset="0"/>
              </a:rPr>
              <a:t>Prediction</a:t>
            </a:r>
            <a:r>
              <a:rPr lang="zh-CN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N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CN" sz="1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36F7AF2-A2AE-FB4E-2839-9D62C494362E}"/>
              </a:ext>
            </a:extLst>
          </p:cNvPr>
          <p:cNvGrpSpPr/>
          <p:nvPr/>
        </p:nvGrpSpPr>
        <p:grpSpPr>
          <a:xfrm>
            <a:off x="-858" y="2041352"/>
            <a:ext cx="3190135" cy="215444"/>
            <a:chOff x="-193386" y="1882530"/>
            <a:chExt cx="3190135" cy="21544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CD60872-1A14-5987-44BD-E6BBA7AD8DFD}"/>
                </a:ext>
              </a:extLst>
            </p:cNvPr>
            <p:cNvSpPr txBox="1"/>
            <p:nvPr/>
          </p:nvSpPr>
          <p:spPr>
            <a:xfrm>
              <a:off x="791588" y="1882530"/>
              <a:ext cx="51483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N" sz="800" dirty="0">
                  <a:latin typeface="Arial" panose="020B0604020202020204" pitchFamily="34" charset="0"/>
                  <a:cs typeface="Arial" panose="020B0604020202020204" pitchFamily="34" charset="0"/>
                </a:rPr>
                <a:t>[CLS]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891E85A-A830-BE7A-3C85-CBEFDCD958B7}"/>
                </a:ext>
              </a:extLst>
            </p:cNvPr>
            <p:cNvSpPr txBox="1"/>
            <p:nvPr/>
          </p:nvSpPr>
          <p:spPr>
            <a:xfrm>
              <a:off x="1085657" y="1882530"/>
              <a:ext cx="161814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N" sz="800" dirty="0">
                  <a:latin typeface="Arial" panose="020B0604020202020204" pitchFamily="34" charset="0"/>
                  <a:cs typeface="Arial" panose="020B0604020202020204" pitchFamily="34" charset="0"/>
                </a:rPr>
                <a:t>[user] </a:t>
              </a:r>
              <a:r>
                <a:rPr lang="en-CN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CN" sz="8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CN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CN" sz="800" dirty="0">
                  <a:latin typeface="Arial" panose="020B0604020202020204" pitchFamily="34" charset="0"/>
                  <a:cs typeface="Arial" panose="020B0604020202020204" pitchFamily="34" charset="0"/>
                </a:rPr>
                <a:t>[SEP] [chatbot] </a:t>
              </a:r>
              <a:r>
                <a:rPr lang="en-CN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CN" sz="8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8742339-CD17-B856-111C-62F883F050F1}"/>
                </a:ext>
              </a:extLst>
            </p:cNvPr>
            <p:cNvSpPr txBox="1"/>
            <p:nvPr/>
          </p:nvSpPr>
          <p:spPr>
            <a:xfrm>
              <a:off x="2523114" y="1882530"/>
              <a:ext cx="47363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N" sz="800" dirty="0">
                  <a:latin typeface="Arial" panose="020B0604020202020204" pitchFamily="34" charset="0"/>
                  <a:cs typeface="Arial" panose="020B0604020202020204" pitchFamily="34" charset="0"/>
                </a:rPr>
                <a:t>[SEP]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0D6B3F0-8D33-A652-C2B1-21C64A9D61DD}"/>
                </a:ext>
              </a:extLst>
            </p:cNvPr>
            <p:cNvSpPr txBox="1"/>
            <p:nvPr/>
          </p:nvSpPr>
          <p:spPr>
            <a:xfrm>
              <a:off x="-193386" y="1882530"/>
              <a:ext cx="117266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N" sz="800" dirty="0">
                  <a:latin typeface="Arial" panose="020B0604020202020204" pitchFamily="34" charset="0"/>
                  <a:cs typeface="Arial" panose="020B0604020202020204" pitchFamily="34" charset="0"/>
                </a:rPr>
                <a:t>Context-level Input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34220A0-FB86-057C-7929-2E95461AB533}"/>
              </a:ext>
            </a:extLst>
          </p:cNvPr>
          <p:cNvSpPr txBox="1"/>
          <p:nvPr/>
        </p:nvSpPr>
        <p:spPr>
          <a:xfrm>
            <a:off x="1941402" y="1593052"/>
            <a:ext cx="3278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8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89DC8BD-9568-732B-AB81-54C87B84F01C}"/>
              </a:ext>
            </a:extLst>
          </p:cNvPr>
          <p:cNvCxnSpPr/>
          <p:nvPr/>
        </p:nvCxnSpPr>
        <p:spPr>
          <a:xfrm>
            <a:off x="312713" y="1843621"/>
            <a:ext cx="2814890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293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2114</TotalTime>
  <Words>55</Words>
  <Application>Microsoft Macintosh PowerPoint</Application>
  <PresentationFormat>Custom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Huachuan QIU 丘华川</dc:creator>
  <cp:lastModifiedBy>a23110</cp:lastModifiedBy>
  <cp:revision>29</cp:revision>
  <dcterms:created xsi:type="dcterms:W3CDTF">2023-10-26T11:43:24Z</dcterms:created>
  <dcterms:modified xsi:type="dcterms:W3CDTF">2024-03-03T08:27:19Z</dcterms:modified>
</cp:coreProperties>
</file>