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16" r:id="rId1"/>
  </p:sldMasterIdLst>
  <p:notesMasterIdLst>
    <p:notesMasterId r:id="rId3"/>
  </p:notesMasterIdLst>
  <p:sldIdLst>
    <p:sldId id="257" r:id="rId2"/>
  </p:sldIdLst>
  <p:sldSz cx="3600450" cy="1006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81"/>
    <a:srgbClr val="7BED9F"/>
    <a:srgbClr val="EE7F3E"/>
    <a:srgbClr val="80BFD1"/>
    <a:srgbClr val="8EB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592"/>
  </p:normalViewPr>
  <p:slideViewPr>
    <p:cSldViewPr snapToGrid="0" snapToObjects="1">
      <p:cViewPr varScale="1">
        <p:scale>
          <a:sx n="393" d="100"/>
          <a:sy n="393" d="100"/>
        </p:scale>
        <p:origin x="192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994AD-D3EC-9C41-A2CB-19052A38E74B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090738" y="1143000"/>
            <a:ext cx="110394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44742-DF55-DB4F-A8BE-31A438848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25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1pPr>
    <a:lvl2pPr marL="82934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2pPr>
    <a:lvl3pPr marL="165867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3pPr>
    <a:lvl4pPr marL="248802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4pPr>
    <a:lvl5pPr marL="331736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5pPr>
    <a:lvl6pPr marL="414669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6pPr>
    <a:lvl7pPr marL="497604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7pPr>
    <a:lvl8pPr marL="580538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8pPr>
    <a:lvl9pPr marL="663471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090738" y="1143000"/>
            <a:ext cx="1103947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44742-DF55-DB4F-A8BE-31A4388480E1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6693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56" y="164717"/>
            <a:ext cx="2700338" cy="350402"/>
          </a:xfrm>
        </p:spPr>
        <p:txBody>
          <a:bodyPr anchor="b"/>
          <a:lstStyle>
            <a:lvl1pPr algn="ctr">
              <a:defRPr sz="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528633"/>
            <a:ext cx="2700338" cy="242998"/>
          </a:xfrm>
        </p:spPr>
        <p:txBody>
          <a:bodyPr/>
          <a:lstStyle>
            <a:lvl1pPr marL="0" indent="0" algn="ctr">
              <a:buNone/>
              <a:defRPr sz="352"/>
            </a:lvl1pPr>
            <a:lvl2pPr marL="67117" indent="0" algn="ctr">
              <a:buNone/>
              <a:defRPr sz="294"/>
            </a:lvl2pPr>
            <a:lvl3pPr marL="134234" indent="0" algn="ctr">
              <a:buNone/>
              <a:defRPr sz="264"/>
            </a:lvl3pPr>
            <a:lvl4pPr marL="201351" indent="0" algn="ctr">
              <a:buNone/>
              <a:defRPr sz="235"/>
            </a:lvl4pPr>
            <a:lvl5pPr marL="268468" indent="0" algn="ctr">
              <a:buNone/>
              <a:defRPr sz="235"/>
            </a:lvl5pPr>
            <a:lvl6pPr marL="335585" indent="0" algn="ctr">
              <a:buNone/>
              <a:defRPr sz="235"/>
            </a:lvl6pPr>
            <a:lvl7pPr marL="402702" indent="0" algn="ctr">
              <a:buNone/>
              <a:defRPr sz="235"/>
            </a:lvl7pPr>
            <a:lvl8pPr marL="469819" indent="0" algn="ctr">
              <a:buNone/>
              <a:defRPr sz="235"/>
            </a:lvl8pPr>
            <a:lvl9pPr marL="536936" indent="0" algn="ctr">
              <a:buNone/>
              <a:defRPr sz="23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682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65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250920"/>
            <a:ext cx="3105388" cy="418666"/>
          </a:xfrm>
        </p:spPr>
        <p:txBody>
          <a:bodyPr anchor="b"/>
          <a:lstStyle>
            <a:lvl1pPr>
              <a:defRPr sz="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673546"/>
            <a:ext cx="3105388" cy="220166"/>
          </a:xfrm>
        </p:spPr>
        <p:txBody>
          <a:bodyPr/>
          <a:lstStyle>
            <a:lvl1pPr marL="0" indent="0">
              <a:buNone/>
              <a:defRPr sz="352">
                <a:solidFill>
                  <a:schemeClr val="tx1">
                    <a:tint val="75000"/>
                  </a:schemeClr>
                </a:solidFill>
              </a:defRPr>
            </a:lvl1pPr>
            <a:lvl2pPr marL="6711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2pPr>
            <a:lvl3pPr marL="134234" indent="0">
              <a:buNone/>
              <a:defRPr sz="264">
                <a:solidFill>
                  <a:schemeClr val="tx1">
                    <a:tint val="75000"/>
                  </a:schemeClr>
                </a:solidFill>
              </a:defRPr>
            </a:lvl3pPr>
            <a:lvl4pPr marL="201351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4pPr>
            <a:lvl5pPr marL="268468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5pPr>
            <a:lvl6pPr marL="335585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6pPr>
            <a:lvl7pPr marL="402702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7pPr>
            <a:lvl8pPr marL="469819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8pPr>
            <a:lvl9pPr marL="536936" indent="0">
              <a:buNone/>
              <a:defRPr sz="2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7676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267927"/>
            <a:ext cx="1530191" cy="638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267927"/>
            <a:ext cx="1530191" cy="638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478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53585"/>
            <a:ext cx="3105388" cy="1945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246726"/>
            <a:ext cx="1523159" cy="120917"/>
          </a:xfrm>
        </p:spPr>
        <p:txBody>
          <a:bodyPr anchor="b"/>
          <a:lstStyle>
            <a:lvl1pPr marL="0" indent="0">
              <a:buNone/>
              <a:defRPr sz="352" b="1"/>
            </a:lvl1pPr>
            <a:lvl2pPr marL="67117" indent="0">
              <a:buNone/>
              <a:defRPr sz="294" b="1"/>
            </a:lvl2pPr>
            <a:lvl3pPr marL="134234" indent="0">
              <a:buNone/>
              <a:defRPr sz="264" b="1"/>
            </a:lvl3pPr>
            <a:lvl4pPr marL="201351" indent="0">
              <a:buNone/>
              <a:defRPr sz="235" b="1"/>
            </a:lvl4pPr>
            <a:lvl5pPr marL="268468" indent="0">
              <a:buNone/>
              <a:defRPr sz="235" b="1"/>
            </a:lvl5pPr>
            <a:lvl6pPr marL="335585" indent="0">
              <a:buNone/>
              <a:defRPr sz="235" b="1"/>
            </a:lvl6pPr>
            <a:lvl7pPr marL="402702" indent="0">
              <a:buNone/>
              <a:defRPr sz="235" b="1"/>
            </a:lvl7pPr>
            <a:lvl8pPr marL="469819" indent="0">
              <a:buNone/>
              <a:defRPr sz="235" b="1"/>
            </a:lvl8pPr>
            <a:lvl9pPr marL="536936" indent="0">
              <a:buNone/>
              <a:defRPr sz="2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367643"/>
            <a:ext cx="1523159" cy="540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246726"/>
            <a:ext cx="1530660" cy="120917"/>
          </a:xfrm>
        </p:spPr>
        <p:txBody>
          <a:bodyPr anchor="b"/>
          <a:lstStyle>
            <a:lvl1pPr marL="0" indent="0">
              <a:buNone/>
              <a:defRPr sz="352" b="1"/>
            </a:lvl1pPr>
            <a:lvl2pPr marL="67117" indent="0">
              <a:buNone/>
              <a:defRPr sz="294" b="1"/>
            </a:lvl2pPr>
            <a:lvl3pPr marL="134234" indent="0">
              <a:buNone/>
              <a:defRPr sz="264" b="1"/>
            </a:lvl3pPr>
            <a:lvl4pPr marL="201351" indent="0">
              <a:buNone/>
              <a:defRPr sz="235" b="1"/>
            </a:lvl4pPr>
            <a:lvl5pPr marL="268468" indent="0">
              <a:buNone/>
              <a:defRPr sz="235" b="1"/>
            </a:lvl5pPr>
            <a:lvl6pPr marL="335585" indent="0">
              <a:buNone/>
              <a:defRPr sz="235" b="1"/>
            </a:lvl6pPr>
            <a:lvl7pPr marL="402702" indent="0">
              <a:buNone/>
              <a:defRPr sz="235" b="1"/>
            </a:lvl7pPr>
            <a:lvl8pPr marL="469819" indent="0">
              <a:buNone/>
              <a:defRPr sz="235" b="1"/>
            </a:lvl8pPr>
            <a:lvl9pPr marL="536936" indent="0">
              <a:buNone/>
              <a:defRPr sz="2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367643"/>
            <a:ext cx="1530660" cy="540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7570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960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864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67098"/>
            <a:ext cx="1161239" cy="234844"/>
          </a:xfrm>
        </p:spPr>
        <p:txBody>
          <a:bodyPr anchor="b"/>
          <a:lstStyle>
            <a:lvl1pPr>
              <a:defRPr sz="4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144914"/>
            <a:ext cx="1822728" cy="715250"/>
          </a:xfrm>
        </p:spPr>
        <p:txBody>
          <a:bodyPr/>
          <a:lstStyle>
            <a:lvl1pPr>
              <a:defRPr sz="470"/>
            </a:lvl1pPr>
            <a:lvl2pPr>
              <a:defRPr sz="411"/>
            </a:lvl2pPr>
            <a:lvl3pPr>
              <a:defRPr sz="352"/>
            </a:lvl3pPr>
            <a:lvl4pPr>
              <a:defRPr sz="294"/>
            </a:lvl4pPr>
            <a:lvl5pPr>
              <a:defRPr sz="294"/>
            </a:lvl5pPr>
            <a:lvl6pPr>
              <a:defRPr sz="294"/>
            </a:lvl6pPr>
            <a:lvl7pPr>
              <a:defRPr sz="294"/>
            </a:lvl7pPr>
            <a:lvl8pPr>
              <a:defRPr sz="294"/>
            </a:lvl8pPr>
            <a:lvl9pPr>
              <a:defRPr sz="2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301942"/>
            <a:ext cx="1161239" cy="559386"/>
          </a:xfrm>
        </p:spPr>
        <p:txBody>
          <a:bodyPr/>
          <a:lstStyle>
            <a:lvl1pPr marL="0" indent="0">
              <a:buNone/>
              <a:defRPr sz="235"/>
            </a:lvl1pPr>
            <a:lvl2pPr marL="67117" indent="0">
              <a:buNone/>
              <a:defRPr sz="206"/>
            </a:lvl2pPr>
            <a:lvl3pPr marL="134234" indent="0">
              <a:buNone/>
              <a:defRPr sz="176"/>
            </a:lvl3pPr>
            <a:lvl4pPr marL="201351" indent="0">
              <a:buNone/>
              <a:defRPr sz="147"/>
            </a:lvl4pPr>
            <a:lvl5pPr marL="268468" indent="0">
              <a:buNone/>
              <a:defRPr sz="147"/>
            </a:lvl5pPr>
            <a:lvl6pPr marL="335585" indent="0">
              <a:buNone/>
              <a:defRPr sz="147"/>
            </a:lvl6pPr>
            <a:lvl7pPr marL="402702" indent="0">
              <a:buNone/>
              <a:defRPr sz="147"/>
            </a:lvl7pPr>
            <a:lvl8pPr marL="469819" indent="0">
              <a:buNone/>
              <a:defRPr sz="147"/>
            </a:lvl8pPr>
            <a:lvl9pPr marL="536936" indent="0">
              <a:buNone/>
              <a:defRPr sz="1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100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67098"/>
            <a:ext cx="1161239" cy="234844"/>
          </a:xfrm>
        </p:spPr>
        <p:txBody>
          <a:bodyPr anchor="b"/>
          <a:lstStyle>
            <a:lvl1pPr>
              <a:defRPr sz="4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144914"/>
            <a:ext cx="1822728" cy="715250"/>
          </a:xfrm>
        </p:spPr>
        <p:txBody>
          <a:bodyPr anchor="t"/>
          <a:lstStyle>
            <a:lvl1pPr marL="0" indent="0">
              <a:buNone/>
              <a:defRPr sz="470"/>
            </a:lvl1pPr>
            <a:lvl2pPr marL="67117" indent="0">
              <a:buNone/>
              <a:defRPr sz="411"/>
            </a:lvl2pPr>
            <a:lvl3pPr marL="134234" indent="0">
              <a:buNone/>
              <a:defRPr sz="352"/>
            </a:lvl3pPr>
            <a:lvl4pPr marL="201351" indent="0">
              <a:buNone/>
              <a:defRPr sz="294"/>
            </a:lvl4pPr>
            <a:lvl5pPr marL="268468" indent="0">
              <a:buNone/>
              <a:defRPr sz="294"/>
            </a:lvl5pPr>
            <a:lvl6pPr marL="335585" indent="0">
              <a:buNone/>
              <a:defRPr sz="294"/>
            </a:lvl6pPr>
            <a:lvl7pPr marL="402702" indent="0">
              <a:buNone/>
              <a:defRPr sz="294"/>
            </a:lvl7pPr>
            <a:lvl8pPr marL="469819" indent="0">
              <a:buNone/>
              <a:defRPr sz="294"/>
            </a:lvl8pPr>
            <a:lvl9pPr marL="536936" indent="0">
              <a:buNone/>
              <a:defRPr sz="2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301942"/>
            <a:ext cx="1161239" cy="559386"/>
          </a:xfrm>
        </p:spPr>
        <p:txBody>
          <a:bodyPr/>
          <a:lstStyle>
            <a:lvl1pPr marL="0" indent="0">
              <a:buNone/>
              <a:defRPr sz="235"/>
            </a:lvl1pPr>
            <a:lvl2pPr marL="67117" indent="0">
              <a:buNone/>
              <a:defRPr sz="206"/>
            </a:lvl2pPr>
            <a:lvl3pPr marL="134234" indent="0">
              <a:buNone/>
              <a:defRPr sz="176"/>
            </a:lvl3pPr>
            <a:lvl4pPr marL="201351" indent="0">
              <a:buNone/>
              <a:defRPr sz="147"/>
            </a:lvl4pPr>
            <a:lvl5pPr marL="268468" indent="0">
              <a:buNone/>
              <a:defRPr sz="147"/>
            </a:lvl5pPr>
            <a:lvl6pPr marL="335585" indent="0">
              <a:buNone/>
              <a:defRPr sz="147"/>
            </a:lvl6pPr>
            <a:lvl7pPr marL="402702" indent="0">
              <a:buNone/>
              <a:defRPr sz="147"/>
            </a:lvl7pPr>
            <a:lvl8pPr marL="469819" indent="0">
              <a:buNone/>
              <a:defRPr sz="147"/>
            </a:lvl8pPr>
            <a:lvl9pPr marL="536936" indent="0">
              <a:buNone/>
              <a:defRPr sz="1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1837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61265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53585"/>
            <a:ext cx="776347" cy="852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53585"/>
            <a:ext cx="2284035" cy="852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476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53585"/>
            <a:ext cx="3105388" cy="194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267927"/>
            <a:ext cx="3105388" cy="63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932854"/>
            <a:ext cx="810101" cy="535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932854"/>
            <a:ext cx="1215152" cy="535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932854"/>
            <a:ext cx="810101" cy="535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0162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</p:sldLayoutIdLst>
  <p:txStyles>
    <p:titleStyle>
      <a:lvl1pPr algn="l" defTabSz="134234" rtl="0" eaLnBrk="1" latinLnBrk="0" hangingPunct="1">
        <a:lnSpc>
          <a:spcPct val="90000"/>
        </a:lnSpc>
        <a:spcBef>
          <a:spcPct val="0"/>
        </a:spcBef>
        <a:buNone/>
        <a:defRPr sz="6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558" indent="-33558" algn="l" defTabSz="134234" rtl="0" eaLnBrk="1" latinLnBrk="0" hangingPunct="1">
        <a:lnSpc>
          <a:spcPct val="90000"/>
        </a:lnSpc>
        <a:spcBef>
          <a:spcPts val="147"/>
        </a:spcBef>
        <a:buFont typeface="Arial" panose="020B0604020202020204" pitchFamily="34" charset="0"/>
        <a:buChar char="•"/>
        <a:defRPr sz="411" kern="1200">
          <a:solidFill>
            <a:schemeClr val="tx1"/>
          </a:solidFill>
          <a:latin typeface="+mn-lt"/>
          <a:ea typeface="+mn-ea"/>
          <a:cs typeface="+mn-cs"/>
        </a:defRPr>
      </a:lvl1pPr>
      <a:lvl2pPr marL="100675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352" kern="1200">
          <a:solidFill>
            <a:schemeClr val="tx1"/>
          </a:solidFill>
          <a:latin typeface="+mn-lt"/>
          <a:ea typeface="+mn-ea"/>
          <a:cs typeface="+mn-cs"/>
        </a:defRPr>
      </a:lvl2pPr>
      <a:lvl3pPr marL="167792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94" kern="1200">
          <a:solidFill>
            <a:schemeClr val="tx1"/>
          </a:solidFill>
          <a:latin typeface="+mn-lt"/>
          <a:ea typeface="+mn-ea"/>
          <a:cs typeface="+mn-cs"/>
        </a:defRPr>
      </a:lvl3pPr>
      <a:lvl4pPr marL="234909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4pPr>
      <a:lvl5pPr marL="302026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5pPr>
      <a:lvl6pPr marL="369143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6pPr>
      <a:lvl7pPr marL="436260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7pPr>
      <a:lvl8pPr marL="503377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8pPr>
      <a:lvl9pPr marL="570494" indent="-33558" algn="l" defTabSz="134234" rtl="0" eaLnBrk="1" latinLnBrk="0" hangingPunct="1">
        <a:lnSpc>
          <a:spcPct val="90000"/>
        </a:lnSpc>
        <a:spcBef>
          <a:spcPts val="73"/>
        </a:spcBef>
        <a:buFont typeface="Arial" panose="020B0604020202020204" pitchFamily="34" charset="0"/>
        <a:buChar char="•"/>
        <a:defRPr sz="2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1pPr>
      <a:lvl2pPr marL="67117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2pPr>
      <a:lvl3pPr marL="134234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3pPr>
      <a:lvl4pPr marL="201351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4pPr>
      <a:lvl5pPr marL="268468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5pPr>
      <a:lvl6pPr marL="335585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6pPr>
      <a:lvl7pPr marL="402702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7pPr>
      <a:lvl8pPr marL="469819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8pPr>
      <a:lvl9pPr marL="536936" algn="l" defTabSz="134234" rtl="0" eaLnBrk="1" latinLnBrk="0" hangingPunct="1">
        <a:defRPr sz="2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5">
            <a:extLst>
              <a:ext uri="{FF2B5EF4-FFF2-40B4-BE49-F238E27FC236}">
                <a16:creationId xmlns:a16="http://schemas.microsoft.com/office/drawing/2014/main" id="{E1CD5ED1-74D0-63AB-75DB-EDE42DDCDA27}"/>
              </a:ext>
            </a:extLst>
          </p:cNvPr>
          <p:cNvSpPr txBox="1"/>
          <p:nvPr/>
        </p:nvSpPr>
        <p:spPr>
          <a:xfrm>
            <a:off x="184001" y="13980"/>
            <a:ext cx="3348000" cy="707886"/>
          </a:xfrm>
          <a:prstGeom prst="rect">
            <a:avLst/>
          </a:prstGeom>
          <a:solidFill>
            <a:srgbClr val="7BED9F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Determine whether the following text is pornographic or not. Your answer should be either yes or no.</a:t>
            </a: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Text: {text}</a:t>
            </a:r>
          </a:p>
          <a:p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Your answer: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010C1-8D73-9D5D-E62F-41346B55F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" y="13980"/>
            <a:ext cx="180000" cy="1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74BCDF-4094-F0E9-1FB6-48F7764AC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867" y="777004"/>
            <a:ext cx="180000" cy="1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C0E45-1624-BBF9-703A-63CDC1C0BA8D}"/>
              </a:ext>
            </a:extLst>
          </p:cNvPr>
          <p:cNvSpPr txBox="1"/>
          <p:nvPr/>
        </p:nvSpPr>
        <p:spPr>
          <a:xfrm>
            <a:off x="272375" y="777004"/>
            <a:ext cx="3095220" cy="215444"/>
          </a:xfrm>
          <a:prstGeom prst="rect">
            <a:avLst/>
          </a:prstGeom>
          <a:solidFill>
            <a:srgbClr val="FF6B8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8498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13131</TotalTime>
  <Words>29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qiuhuachuan</dc:creator>
  <cp:lastModifiedBy>a23110</cp:lastModifiedBy>
  <cp:revision>67</cp:revision>
  <dcterms:created xsi:type="dcterms:W3CDTF">2021-12-19T12:49:18Z</dcterms:created>
  <dcterms:modified xsi:type="dcterms:W3CDTF">2024-03-10T12:08:05Z</dcterms:modified>
</cp:coreProperties>
</file>