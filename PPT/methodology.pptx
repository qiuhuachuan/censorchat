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04" r:id="rId1"/>
  </p:sldMasterIdLst>
  <p:notesMasterIdLst>
    <p:notesMasterId r:id="rId3"/>
  </p:notesMasterIdLst>
  <p:sldIdLst>
    <p:sldId id="257" r:id="rId2"/>
  </p:sldIdLst>
  <p:sldSz cx="3240088" cy="28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F3E"/>
    <a:srgbClr val="80BFD1"/>
    <a:srgbClr val="8EB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71"/>
  </p:normalViewPr>
  <p:slideViewPr>
    <p:cSldViewPr snapToGrid="0" snapToObjects="1">
      <p:cViewPr varScale="1">
        <p:scale>
          <a:sx n="251" d="100"/>
          <a:sy n="251" d="100"/>
        </p:scale>
        <p:origin x="2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994AD-D3EC-9C41-A2CB-19052A38E74B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71638" y="1143000"/>
            <a:ext cx="3514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44742-DF55-DB4F-A8BE-31A438848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25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1pPr>
    <a:lvl2pPr marL="82934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2pPr>
    <a:lvl3pPr marL="165867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3pPr>
    <a:lvl4pPr marL="248802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4pPr>
    <a:lvl5pPr marL="331736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5pPr>
    <a:lvl6pPr marL="414669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6pPr>
    <a:lvl7pPr marL="497604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7pPr>
    <a:lvl8pPr marL="580538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8pPr>
    <a:lvl9pPr marL="663471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71638" y="1143000"/>
            <a:ext cx="3514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44742-DF55-DB4F-A8BE-31A4388480E1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669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465573"/>
            <a:ext cx="2754075" cy="990412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1494179"/>
            <a:ext cx="2430066" cy="686835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8665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9321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709225"/>
            <a:ext cx="2794576" cy="1183358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1903778"/>
            <a:ext cx="2794576" cy="622300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/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013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757297"/>
            <a:ext cx="1377037" cy="1804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757297"/>
            <a:ext cx="1377037" cy="1804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6974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51460"/>
            <a:ext cx="2794576" cy="5498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697371"/>
            <a:ext cx="1370709" cy="341771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1039142"/>
            <a:ext cx="1370709" cy="1528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697371"/>
            <a:ext cx="1377459" cy="341771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1039142"/>
            <a:ext cx="1377459" cy="1528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499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961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5845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89653"/>
            <a:ext cx="1045013" cy="663787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409599"/>
            <a:ext cx="1640295" cy="2021652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853440"/>
            <a:ext cx="1045013" cy="1581103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967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89653"/>
            <a:ext cx="1045013" cy="663787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409599"/>
            <a:ext cx="1640295" cy="2021652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853440"/>
            <a:ext cx="1045013" cy="1581103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026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210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151459"/>
            <a:ext cx="698644" cy="2410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151459"/>
            <a:ext cx="2055431" cy="2410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028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151460"/>
            <a:ext cx="2794576" cy="549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757297"/>
            <a:ext cx="2794576" cy="180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2636709"/>
            <a:ext cx="729020" cy="1514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2636709"/>
            <a:ext cx="1093530" cy="1514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2636709"/>
            <a:ext cx="729020" cy="1514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161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</p:sldLayoutIdLst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CCBF154-93B2-68C5-9FFF-1FAC78C65823}"/>
              </a:ext>
            </a:extLst>
          </p:cNvPr>
          <p:cNvSpPr txBox="1"/>
          <p:nvPr/>
        </p:nvSpPr>
        <p:spPr>
          <a:xfrm>
            <a:off x="6828" y="1695535"/>
            <a:ext cx="22469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(c) Knowledge Distillation of GPT-4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2EE884-0B2F-C686-79AA-EE6EE5C2A199}"/>
              </a:ext>
            </a:extLst>
          </p:cNvPr>
          <p:cNvSpPr txBox="1"/>
          <p:nvPr/>
        </p:nvSpPr>
        <p:spPr>
          <a:xfrm>
            <a:off x="2136756" y="10413"/>
            <a:ext cx="5778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ChatGPT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431A92F-3B27-827F-D2F0-517F7492E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0111" y="30746"/>
            <a:ext cx="144000" cy="14400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2E7FCA1A-3086-7A49-D69C-FD7AC40FE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967" y="30746"/>
            <a:ext cx="142059" cy="1440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E67B0E66-E160-7F16-614C-FC60339F445E}"/>
              </a:ext>
            </a:extLst>
          </p:cNvPr>
          <p:cNvSpPr txBox="1"/>
          <p:nvPr/>
        </p:nvSpPr>
        <p:spPr>
          <a:xfrm>
            <a:off x="2812717" y="10413"/>
            <a:ext cx="4727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GPT-4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1CD5ED1-74D0-63AB-75DB-EDE42DDCDA27}"/>
              </a:ext>
            </a:extLst>
          </p:cNvPr>
          <p:cNvSpPr txBox="1"/>
          <p:nvPr/>
        </p:nvSpPr>
        <p:spPr>
          <a:xfrm>
            <a:off x="6828" y="256012"/>
            <a:ext cx="24536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(a) Knowledge Distillation of Large Language Models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17FCD0-7F4C-5907-F77B-9A0675AD7EE2}"/>
              </a:ext>
            </a:extLst>
          </p:cNvPr>
          <p:cNvCxnSpPr>
            <a:cxnSpLocks/>
          </p:cNvCxnSpPr>
          <p:nvPr/>
        </p:nvCxnSpPr>
        <p:spPr>
          <a:xfrm>
            <a:off x="413675" y="625562"/>
            <a:ext cx="333161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CA9B38-90FF-5DB6-A1C4-F039D02F6F24}"/>
              </a:ext>
            </a:extLst>
          </p:cNvPr>
          <p:cNvCxnSpPr>
            <a:cxnSpLocks/>
          </p:cNvCxnSpPr>
          <p:nvPr/>
        </p:nvCxnSpPr>
        <p:spPr>
          <a:xfrm>
            <a:off x="926836" y="625562"/>
            <a:ext cx="37820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D9A06DC-6AE7-FBE6-B915-C9B23EADED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71" y="535562"/>
            <a:ext cx="180000" cy="18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9F74D5-64B4-E933-29A2-9869EB92C7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5432" y="535562"/>
            <a:ext cx="180000" cy="180000"/>
          </a:xfrm>
          <a:prstGeom prst="rect">
            <a:avLst/>
          </a:prstGeom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3BD36809-6CED-F621-C351-B8961A82F843}"/>
              </a:ext>
            </a:extLst>
          </p:cNvPr>
          <p:cNvSpPr txBox="1"/>
          <p:nvPr/>
        </p:nvSpPr>
        <p:spPr>
          <a:xfrm>
            <a:off x="2562446" y="525535"/>
            <a:ext cx="4227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all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46D044E-1873-BE97-2085-F80F57302B3A}"/>
              </a:ext>
            </a:extLst>
          </p:cNvPr>
          <p:cNvSpPr txBox="1"/>
          <p:nvPr/>
        </p:nvSpPr>
        <p:spPr>
          <a:xfrm>
            <a:off x="2681264" y="2171859"/>
            <a:ext cx="65031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valid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, 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test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2933283-E907-2E10-064E-E50905AEA5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4471" y="2377022"/>
            <a:ext cx="180000" cy="180000"/>
          </a:xfrm>
          <a:prstGeom prst="rect">
            <a:avLst/>
          </a:prstGeom>
        </p:spPr>
      </p:pic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8B9E277A-1D8E-5DEE-36AB-5DAB88A592E5}"/>
              </a:ext>
            </a:extLst>
          </p:cNvPr>
          <p:cNvCxnSpPr>
            <a:cxnSpLocks/>
            <a:stCxn id="116" idx="3"/>
            <a:endCxn id="133" idx="1"/>
          </p:cNvCxnSpPr>
          <p:nvPr/>
        </p:nvCxnSpPr>
        <p:spPr>
          <a:xfrm flipV="1">
            <a:off x="206249" y="1971072"/>
            <a:ext cx="229834" cy="33149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89E8988-BF3C-EEDF-F45E-D1837BABEEF8}"/>
              </a:ext>
            </a:extLst>
          </p:cNvPr>
          <p:cNvCxnSpPr>
            <a:cxnSpLocks/>
            <a:stCxn id="116" idx="3"/>
            <a:endCxn id="22" idx="1"/>
          </p:cNvCxnSpPr>
          <p:nvPr/>
        </p:nvCxnSpPr>
        <p:spPr>
          <a:xfrm>
            <a:off x="206249" y="2302566"/>
            <a:ext cx="229834" cy="3289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115D5FDE-399F-6AFF-E71E-E4CB39A9D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64" y="2377022"/>
            <a:ext cx="177573" cy="180000"/>
          </a:xfrm>
          <a:prstGeom prst="rect">
            <a:avLst/>
          </a:prstGeom>
        </p:spPr>
      </p:pic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17218F0-BAC0-CFE9-986F-FA2384ECD934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2669191" y="2467022"/>
            <a:ext cx="265281" cy="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Picture 132">
            <a:extLst>
              <a:ext uri="{FF2B5EF4-FFF2-40B4-BE49-F238E27FC236}">
                <a16:creationId xmlns:a16="http://schemas.microsoft.com/office/drawing/2014/main" id="{04508D2E-C15C-1BAE-48AE-46187C1ED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83" y="1881072"/>
            <a:ext cx="180000" cy="180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91D754-D469-DFF7-C824-B8CC9C236069}"/>
              </a:ext>
            </a:extLst>
          </p:cNvPr>
          <p:cNvCxnSpPr>
            <a:cxnSpLocks/>
            <a:stCxn id="116" idx="3"/>
            <a:endCxn id="144" idx="1"/>
          </p:cNvCxnSpPr>
          <p:nvPr/>
        </p:nvCxnSpPr>
        <p:spPr>
          <a:xfrm>
            <a:off x="206249" y="2302566"/>
            <a:ext cx="22983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29744EC-5BF1-E344-AAAD-6BD8A57C7F50}"/>
              </a:ext>
            </a:extLst>
          </p:cNvPr>
          <p:cNvSpPr txBox="1"/>
          <p:nvPr/>
        </p:nvSpPr>
        <p:spPr>
          <a:xfrm>
            <a:off x="2617834" y="2301754"/>
            <a:ext cx="3110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00" b="1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7D90F316-1866-FFE6-56D4-CF4773F1C960}"/>
              </a:ext>
            </a:extLst>
          </p:cNvPr>
          <p:cNvCxnSpPr>
            <a:cxnSpLocks/>
            <a:stCxn id="144" idx="3"/>
            <a:endCxn id="122" idx="1"/>
          </p:cNvCxnSpPr>
          <p:nvPr/>
        </p:nvCxnSpPr>
        <p:spPr>
          <a:xfrm>
            <a:off x="616087" y="2302566"/>
            <a:ext cx="441777" cy="1644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66387F-B502-0510-F5C6-963FDC812F47}"/>
              </a:ext>
            </a:extLst>
          </p:cNvPr>
          <p:cNvSpPr txBox="1"/>
          <p:nvPr/>
        </p:nvSpPr>
        <p:spPr>
          <a:xfrm>
            <a:off x="1487256" y="2366999"/>
            <a:ext cx="1181935" cy="2000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IF</a:t>
            </a:r>
            <a:r>
              <a:rPr lang="en-US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</a:t>
            </a:r>
            <a:r>
              <a:rPr lang="en-US" sz="700" dirty="0" err="1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label</a:t>
            </a:r>
            <a:r>
              <a:rPr lang="en-US" sz="700" baseline="-25000" dirty="0" err="1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current</a:t>
            </a:r>
            <a:r>
              <a:rPr lang="en-US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== label</a:t>
            </a:r>
            <a:r>
              <a:rPr lang="en-US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GPT-4</a:t>
            </a:r>
            <a:endParaRPr lang="en-CN" sz="700" baseline="-25000" dirty="0"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4625ED-DF97-AF93-BA23-17D5F6F40B2A}"/>
              </a:ext>
            </a:extLst>
          </p:cNvPr>
          <p:cNvSpPr txBox="1"/>
          <p:nvPr/>
        </p:nvSpPr>
        <p:spPr>
          <a:xfrm>
            <a:off x="1865456" y="2163699"/>
            <a:ext cx="3110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00" b="1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A61F29-F8AC-651D-6227-33F03762F130}"/>
              </a:ext>
            </a:extLst>
          </p:cNvPr>
          <p:cNvSpPr txBox="1"/>
          <p:nvPr/>
        </p:nvSpPr>
        <p:spPr>
          <a:xfrm>
            <a:off x="1214563" y="1949526"/>
            <a:ext cx="769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Self-Criticism</a:t>
            </a:r>
            <a:endParaRPr lang="en-CN" sz="700" baseline="-25000" dirty="0"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9C81A-78A3-B149-5E16-C8D92B7D41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832" y="535562"/>
            <a:ext cx="180000" cy="1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5D382D-596E-81C8-B07E-0853260B12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07" y="30746"/>
            <a:ext cx="144000" cy="14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1F81FB-E64B-8C5B-7126-667D116ED721}"/>
              </a:ext>
            </a:extLst>
          </p:cNvPr>
          <p:cNvSpPr txBox="1"/>
          <p:nvPr/>
        </p:nvSpPr>
        <p:spPr>
          <a:xfrm>
            <a:off x="158829" y="-35750"/>
            <a:ext cx="181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Large Language Models (ChatGLM2-6B, Gemma-2b-it, Gemma-7b-it, Qwen1.5-7B-Chat)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EABFE6A-E9CC-1ECC-3910-0515788CF6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5039" y="535562"/>
            <a:ext cx="180000" cy="1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17F0232-6C5E-40A5-5914-C41CC66867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478" y="535562"/>
            <a:ext cx="180000" cy="18000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90EA93-F02D-BD0D-ABB0-CA70B768618A}"/>
              </a:ext>
            </a:extLst>
          </p:cNvPr>
          <p:cNvCxnSpPr>
            <a:cxnSpLocks/>
          </p:cNvCxnSpPr>
          <p:nvPr/>
        </p:nvCxnSpPr>
        <p:spPr>
          <a:xfrm>
            <a:off x="1485039" y="625562"/>
            <a:ext cx="43543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517FFF-602B-B3D0-7ACF-04EB5E1C64B9}"/>
              </a:ext>
            </a:extLst>
          </p:cNvPr>
          <p:cNvCxnSpPr>
            <a:cxnSpLocks/>
          </p:cNvCxnSpPr>
          <p:nvPr/>
        </p:nvCxnSpPr>
        <p:spPr>
          <a:xfrm>
            <a:off x="2100478" y="625562"/>
            <a:ext cx="36495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15A5AAA-4FA0-AB7A-B4B2-E708229B63BA}"/>
              </a:ext>
            </a:extLst>
          </p:cNvPr>
          <p:cNvSpPr txBox="1"/>
          <p:nvPr/>
        </p:nvSpPr>
        <p:spPr>
          <a:xfrm>
            <a:off x="1048222" y="693867"/>
            <a:ext cx="69363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Pseudo-Label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BB8342-CB22-13B5-7249-EF8127C235D0}"/>
              </a:ext>
            </a:extLst>
          </p:cNvPr>
          <p:cNvSpPr txBox="1"/>
          <p:nvPr/>
        </p:nvSpPr>
        <p:spPr>
          <a:xfrm>
            <a:off x="1663661" y="693867"/>
            <a:ext cx="69363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Majority Vote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AAFCFB-4368-64B9-DC9B-EBA939A802D2}"/>
              </a:ext>
            </a:extLst>
          </p:cNvPr>
          <p:cNvSpPr txBox="1"/>
          <p:nvPr/>
        </p:nvSpPr>
        <p:spPr>
          <a:xfrm>
            <a:off x="112690" y="1207806"/>
            <a:ext cx="4227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all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ACA691-5067-EC46-708A-472BCB09409A}"/>
              </a:ext>
            </a:extLst>
          </p:cNvPr>
          <p:cNvSpPr txBox="1"/>
          <p:nvPr/>
        </p:nvSpPr>
        <p:spPr>
          <a:xfrm>
            <a:off x="6828" y="897360"/>
            <a:ext cx="22469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(b) Knowledge Distillation of ChatGPT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5BAE52-E386-D807-DC34-5FFF9CBC0825}"/>
              </a:ext>
            </a:extLst>
          </p:cNvPr>
          <p:cNvSpPr txBox="1"/>
          <p:nvPr/>
        </p:nvSpPr>
        <p:spPr>
          <a:xfrm>
            <a:off x="767896" y="1078693"/>
            <a:ext cx="13801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600" b="1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FOR</a:t>
            </a:r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each item in </a:t>
            </a:r>
            <a:r>
              <a:rPr lang="en-CN" sz="6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6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all</a:t>
            </a:r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</a:t>
            </a:r>
          </a:p>
          <a:p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</a:t>
            </a:r>
            <a:r>
              <a:rPr lang="en-CN" sz="600" b="1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WHILE</a:t>
            </a:r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Pseudo-Label is None 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20198611-AB9E-B3C0-4180-7AAAD7922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9643" y="1243154"/>
            <a:ext cx="180000" cy="180000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C8C001F-D85E-F495-25CF-8744700E780F}"/>
              </a:ext>
            </a:extLst>
          </p:cNvPr>
          <p:cNvCxnSpPr>
            <a:cxnSpLocks/>
            <a:stCxn id="55" idx="3"/>
            <a:endCxn id="59" idx="1"/>
          </p:cNvCxnSpPr>
          <p:nvPr/>
        </p:nvCxnSpPr>
        <p:spPr>
          <a:xfrm>
            <a:off x="643191" y="1333154"/>
            <a:ext cx="153645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>
            <a:extLst>
              <a:ext uri="{FF2B5EF4-FFF2-40B4-BE49-F238E27FC236}">
                <a16:creationId xmlns:a16="http://schemas.microsoft.com/office/drawing/2014/main" id="{C81CCAF3-E689-E848-8FAE-01F346F90D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0833" y="1243154"/>
            <a:ext cx="180000" cy="1800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3FBCC47-67A6-92BF-8BFA-715319272D77}"/>
              </a:ext>
            </a:extLst>
          </p:cNvPr>
          <p:cNvSpPr txBox="1"/>
          <p:nvPr/>
        </p:nvSpPr>
        <p:spPr>
          <a:xfrm>
            <a:off x="2474016" y="1045980"/>
            <a:ext cx="69363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Pseudo-Label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66C378-76F8-3933-236B-D6A0862D5526}"/>
              </a:ext>
            </a:extLst>
          </p:cNvPr>
          <p:cNvCxnSpPr>
            <a:cxnSpLocks/>
            <a:stCxn id="59" idx="3"/>
            <a:endCxn id="72" idx="1"/>
          </p:cNvCxnSpPr>
          <p:nvPr/>
        </p:nvCxnSpPr>
        <p:spPr>
          <a:xfrm>
            <a:off x="2359643" y="1333154"/>
            <a:ext cx="37119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DD41D6DF-1802-D1C2-2A7D-86A4FC15A3EA}"/>
              </a:ext>
            </a:extLst>
          </p:cNvPr>
          <p:cNvCxnSpPr>
            <a:cxnSpLocks/>
            <a:stCxn id="72" idx="2"/>
            <a:endCxn id="55" idx="2"/>
          </p:cNvCxnSpPr>
          <p:nvPr/>
        </p:nvCxnSpPr>
        <p:spPr>
          <a:xfrm rot="5400000">
            <a:off x="1687012" y="289333"/>
            <a:ext cx="12700" cy="226764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E1727E92-0C56-FC8C-56D1-3F0D35BA88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91" y="1243154"/>
            <a:ext cx="180000" cy="180000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4E5F7D60-83E1-BCE8-E12E-CB00925CC5F4}"/>
              </a:ext>
            </a:extLst>
          </p:cNvPr>
          <p:cNvSpPr txBox="1"/>
          <p:nvPr/>
        </p:nvSpPr>
        <p:spPr>
          <a:xfrm>
            <a:off x="1039710" y="1464862"/>
            <a:ext cx="10204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600" b="1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UPDATE</a:t>
            </a:r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the label in </a:t>
            </a:r>
            <a:r>
              <a:rPr lang="en-CN" sz="6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6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all</a:t>
            </a:r>
            <a:endParaRPr lang="en-CN" sz="600" dirty="0"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80F2E6C8-1E05-A263-E465-28D0E51BF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9" y="2212566"/>
            <a:ext cx="180000" cy="18000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5935C03-9426-D6FD-037E-65D61D0C7061}"/>
              </a:ext>
            </a:extLst>
          </p:cNvPr>
          <p:cNvSpPr txBox="1"/>
          <p:nvPr/>
        </p:nvSpPr>
        <p:spPr>
          <a:xfrm>
            <a:off x="-95106" y="2352811"/>
            <a:ext cx="4227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all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1782F94-0776-DC64-548C-9AF438552193}"/>
              </a:ext>
            </a:extLst>
          </p:cNvPr>
          <p:cNvSpPr txBox="1"/>
          <p:nvPr/>
        </p:nvSpPr>
        <p:spPr>
          <a:xfrm>
            <a:off x="314732" y="2001262"/>
            <a:ext cx="4227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train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4ADBB54-1AB0-EE4E-8B75-ADE6113B0437}"/>
              </a:ext>
            </a:extLst>
          </p:cNvPr>
          <p:cNvSpPr txBox="1"/>
          <p:nvPr/>
        </p:nvSpPr>
        <p:spPr>
          <a:xfrm>
            <a:off x="296080" y="2348162"/>
            <a:ext cx="4600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valid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8F3E0C9-09A4-CDE6-4CE5-3B3BC3AEB0A3}"/>
              </a:ext>
            </a:extLst>
          </p:cNvPr>
          <p:cNvSpPr txBox="1"/>
          <p:nvPr/>
        </p:nvSpPr>
        <p:spPr>
          <a:xfrm>
            <a:off x="308178" y="2672554"/>
            <a:ext cx="4358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D</a:t>
            </a:r>
            <a:r>
              <a:rPr lang="en-CN" sz="700" baseline="-250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test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85082FA9-24DD-0F7C-A3F4-83840B96F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83" y="2212566"/>
            <a:ext cx="180000" cy="1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DAA54F-BB7C-53A6-3A4C-226C7456B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83" y="2541480"/>
            <a:ext cx="180000" cy="180000"/>
          </a:xfrm>
          <a:prstGeom prst="rect">
            <a:avLst/>
          </a:prstGeom>
        </p:spPr>
      </p:pic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6F647EF3-03D3-18A8-80FB-C52E3068EB2A}"/>
              </a:ext>
            </a:extLst>
          </p:cNvPr>
          <p:cNvCxnSpPr>
            <a:cxnSpLocks/>
            <a:stCxn id="22" idx="3"/>
            <a:endCxn id="122" idx="1"/>
          </p:cNvCxnSpPr>
          <p:nvPr/>
        </p:nvCxnSpPr>
        <p:spPr>
          <a:xfrm flipV="1">
            <a:off x="616087" y="2467022"/>
            <a:ext cx="441777" cy="1644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7F74857F-BAB9-347A-85BF-4A95A77CC489}"/>
              </a:ext>
            </a:extLst>
          </p:cNvPr>
          <p:cNvCxnSpPr>
            <a:cxnSpLocks/>
            <a:stCxn id="41" idx="0"/>
            <a:endCxn id="122" idx="0"/>
          </p:cNvCxnSpPr>
          <p:nvPr/>
        </p:nvCxnSpPr>
        <p:spPr>
          <a:xfrm rot="16200000" flipH="1" flipV="1">
            <a:off x="1607425" y="1906224"/>
            <a:ext cx="10024" cy="931573"/>
          </a:xfrm>
          <a:prstGeom prst="bentConnector3">
            <a:avLst>
              <a:gd name="adj1" fmla="val -2280527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1DE47DF4-CF7B-FEE2-946B-1EA6F009B6EA}"/>
              </a:ext>
            </a:extLst>
          </p:cNvPr>
          <p:cNvCxnSpPr>
            <a:cxnSpLocks/>
            <a:stCxn id="122" idx="3"/>
            <a:endCxn id="41" idx="1"/>
          </p:cNvCxnSpPr>
          <p:nvPr/>
        </p:nvCxnSpPr>
        <p:spPr>
          <a:xfrm>
            <a:off x="1235437" y="2467022"/>
            <a:ext cx="251819" cy="4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9A57FC9F-D185-539E-D741-A2E12AFCA044}"/>
              </a:ext>
            </a:extLst>
          </p:cNvPr>
          <p:cNvCxnSpPr>
            <a:cxnSpLocks/>
            <a:stCxn id="122" idx="2"/>
            <a:endCxn id="29" idx="2"/>
          </p:cNvCxnSpPr>
          <p:nvPr/>
        </p:nvCxnSpPr>
        <p:spPr>
          <a:xfrm rot="16200000" flipH="1">
            <a:off x="2085559" y="1618110"/>
            <a:ext cx="12700" cy="187782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4307F397-FDE6-B2A4-31FE-A462E75B099F}"/>
              </a:ext>
            </a:extLst>
          </p:cNvPr>
          <p:cNvSpPr txBox="1"/>
          <p:nvPr/>
        </p:nvSpPr>
        <p:spPr>
          <a:xfrm>
            <a:off x="1190866" y="2624308"/>
            <a:ext cx="18301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600" b="1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UPDATE</a:t>
            </a:r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the label with a self-criticism strategy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1A00E84-BB73-CE41-D31F-9D204C942D9A}"/>
              </a:ext>
            </a:extLst>
          </p:cNvPr>
          <p:cNvSpPr txBox="1"/>
          <p:nvPr/>
        </p:nvSpPr>
        <p:spPr>
          <a:xfrm>
            <a:off x="1154998" y="2276998"/>
            <a:ext cx="3141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1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BAF124D-7455-D304-B2A9-B4FB0658155E}"/>
              </a:ext>
            </a:extLst>
          </p:cNvPr>
          <p:cNvSpPr txBox="1"/>
          <p:nvPr/>
        </p:nvSpPr>
        <p:spPr>
          <a:xfrm>
            <a:off x="2008119" y="2163699"/>
            <a:ext cx="3141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2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7A3512E-B0A9-5DFF-9118-DB5B91411042}"/>
              </a:ext>
            </a:extLst>
          </p:cNvPr>
          <p:cNvSpPr txBox="1"/>
          <p:nvPr/>
        </p:nvSpPr>
        <p:spPr>
          <a:xfrm>
            <a:off x="921643" y="2566856"/>
            <a:ext cx="3141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(</a:t>
            </a:r>
            <a:r>
              <a:rPr lang="en-CN" sz="700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3</a:t>
            </a:r>
            <a:r>
              <a:rPr lang="en-CN" sz="7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616C98F-9F45-8666-EADD-3B1A39A6F8CD}"/>
              </a:ext>
            </a:extLst>
          </p:cNvPr>
          <p:cNvSpPr txBox="1"/>
          <p:nvPr/>
        </p:nvSpPr>
        <p:spPr>
          <a:xfrm>
            <a:off x="-38639" y="696949"/>
            <a:ext cx="7219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600" dirty="0"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Unlabeled Data</a:t>
            </a:r>
          </a:p>
        </p:txBody>
      </p:sp>
    </p:spTree>
    <p:extLst>
      <p:ext uri="{BB962C8B-B14F-4D97-AF65-F5344CB8AC3E}">
        <p14:creationId xmlns:p14="http://schemas.microsoft.com/office/powerpoint/2010/main" val="428498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24110</TotalTime>
  <Words>105</Words>
  <Application>Microsoft Macintosh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qiuhuachuan</dc:creator>
  <cp:lastModifiedBy>a23110</cp:lastModifiedBy>
  <cp:revision>81</cp:revision>
  <dcterms:created xsi:type="dcterms:W3CDTF">2021-12-19T12:49:18Z</dcterms:created>
  <dcterms:modified xsi:type="dcterms:W3CDTF">2024-03-10T05:43:49Z</dcterms:modified>
</cp:coreProperties>
</file>