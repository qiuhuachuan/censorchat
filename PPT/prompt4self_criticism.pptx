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500" r:id="rId1"/>
  </p:sldMasterIdLst>
  <p:notesMasterIdLst>
    <p:notesMasterId r:id="rId3"/>
  </p:notesMasterIdLst>
  <p:sldIdLst>
    <p:sldId id="257" r:id="rId2"/>
  </p:sldIdLst>
  <p:sldSz cx="3600450" cy="2341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81"/>
    <a:srgbClr val="7BED9F"/>
    <a:srgbClr val="EE7F3E"/>
    <a:srgbClr val="80BFD1"/>
    <a:srgbClr val="8EB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592"/>
  </p:normalViewPr>
  <p:slideViewPr>
    <p:cSldViewPr snapToGrid="0" snapToObjects="1">
      <p:cViewPr varScale="1">
        <p:scale>
          <a:sx n="305" d="100"/>
          <a:sy n="305" d="100"/>
        </p:scale>
        <p:origin x="1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994AD-D3EC-9C41-A2CB-19052A38E74B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143000"/>
            <a:ext cx="474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44742-DF55-DB4F-A8BE-31A4388480E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25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1pPr>
    <a:lvl2pPr marL="82934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2pPr>
    <a:lvl3pPr marL="165867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3pPr>
    <a:lvl4pPr marL="248802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4pPr>
    <a:lvl5pPr marL="331736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5pPr>
    <a:lvl6pPr marL="414669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6pPr>
    <a:lvl7pPr marL="4976040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7pPr>
    <a:lvl8pPr marL="5805381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8pPr>
    <a:lvl9pPr marL="6634719" algn="l" defTabSz="1658679" rtl="0" eaLnBrk="1" latinLnBrk="0" hangingPunct="1">
      <a:defRPr sz="2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57275" y="1143000"/>
            <a:ext cx="47434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44742-DF55-DB4F-A8BE-31A4388480E1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36693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383214"/>
            <a:ext cx="3060383" cy="815211"/>
          </a:xfrm>
        </p:spPr>
        <p:txBody>
          <a:bodyPr anchor="b"/>
          <a:lstStyle>
            <a:lvl1pPr algn="ctr">
              <a:defRPr sz="20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229863"/>
            <a:ext cx="2700338" cy="565336"/>
          </a:xfrm>
        </p:spPr>
        <p:txBody>
          <a:bodyPr/>
          <a:lstStyle>
            <a:lvl1pPr marL="0" indent="0" algn="ctr">
              <a:buNone/>
              <a:defRPr sz="819"/>
            </a:lvl1pPr>
            <a:lvl2pPr marL="156088" indent="0" algn="ctr">
              <a:buNone/>
              <a:defRPr sz="683"/>
            </a:lvl2pPr>
            <a:lvl3pPr marL="312176" indent="0" algn="ctr">
              <a:buNone/>
              <a:defRPr sz="615"/>
            </a:lvl3pPr>
            <a:lvl4pPr marL="468264" indent="0" algn="ctr">
              <a:buNone/>
              <a:defRPr sz="546"/>
            </a:lvl4pPr>
            <a:lvl5pPr marL="624352" indent="0" algn="ctr">
              <a:buNone/>
              <a:defRPr sz="546"/>
            </a:lvl5pPr>
            <a:lvl6pPr marL="780440" indent="0" algn="ctr">
              <a:buNone/>
              <a:defRPr sz="546"/>
            </a:lvl6pPr>
            <a:lvl7pPr marL="936528" indent="0" algn="ctr">
              <a:buNone/>
              <a:defRPr sz="546"/>
            </a:lvl7pPr>
            <a:lvl8pPr marL="1092617" indent="0" algn="ctr">
              <a:buNone/>
              <a:defRPr sz="546"/>
            </a:lvl8pPr>
            <a:lvl9pPr marL="1248705" indent="0" algn="ctr">
              <a:buNone/>
              <a:defRPr sz="5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550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1930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583765"/>
            <a:ext cx="3105388" cy="974025"/>
          </a:xfrm>
        </p:spPr>
        <p:txBody>
          <a:bodyPr anchor="b"/>
          <a:lstStyle>
            <a:lvl1pPr>
              <a:defRPr sz="20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567005"/>
            <a:ext cx="3105388" cy="512217"/>
          </a:xfrm>
        </p:spPr>
        <p:txBody>
          <a:bodyPr/>
          <a:lstStyle>
            <a:lvl1pPr marL="0" indent="0">
              <a:buNone/>
              <a:defRPr sz="819">
                <a:solidFill>
                  <a:schemeClr val="tx1"/>
                </a:solidFill>
              </a:defRPr>
            </a:lvl1pPr>
            <a:lvl2pPr marL="156088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2pPr>
            <a:lvl3pPr marL="312176" indent="0">
              <a:buNone/>
              <a:defRPr sz="615">
                <a:solidFill>
                  <a:schemeClr val="tx1">
                    <a:tint val="75000"/>
                  </a:schemeClr>
                </a:solidFill>
              </a:defRPr>
            </a:lvl3pPr>
            <a:lvl4pPr marL="468264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4pPr>
            <a:lvl5pPr marL="624352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5pPr>
            <a:lvl6pPr marL="780440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6pPr>
            <a:lvl7pPr marL="936528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7pPr>
            <a:lvl8pPr marL="1092617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8pPr>
            <a:lvl9pPr marL="1248705" indent="0">
              <a:buNone/>
              <a:defRPr sz="5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5654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623333"/>
            <a:ext cx="1530191" cy="1485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623333"/>
            <a:ext cx="1530191" cy="1485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6834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24667"/>
            <a:ext cx="3105388" cy="4525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574008"/>
            <a:ext cx="1523159" cy="281313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6088" indent="0">
              <a:buNone/>
              <a:defRPr sz="683" b="1"/>
            </a:lvl2pPr>
            <a:lvl3pPr marL="312176" indent="0">
              <a:buNone/>
              <a:defRPr sz="615" b="1"/>
            </a:lvl3pPr>
            <a:lvl4pPr marL="468264" indent="0">
              <a:buNone/>
              <a:defRPr sz="546" b="1"/>
            </a:lvl4pPr>
            <a:lvl5pPr marL="624352" indent="0">
              <a:buNone/>
              <a:defRPr sz="546" b="1"/>
            </a:lvl5pPr>
            <a:lvl6pPr marL="780440" indent="0">
              <a:buNone/>
              <a:defRPr sz="546" b="1"/>
            </a:lvl6pPr>
            <a:lvl7pPr marL="936528" indent="0">
              <a:buNone/>
              <a:defRPr sz="546" b="1"/>
            </a:lvl7pPr>
            <a:lvl8pPr marL="1092617" indent="0">
              <a:buNone/>
              <a:defRPr sz="546" b="1"/>
            </a:lvl8pPr>
            <a:lvl9pPr marL="1248705" indent="0">
              <a:buNone/>
              <a:defRPr sz="5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855321"/>
            <a:ext cx="1523159" cy="1258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574008"/>
            <a:ext cx="1530660" cy="281313"/>
          </a:xfrm>
        </p:spPr>
        <p:txBody>
          <a:bodyPr anchor="b"/>
          <a:lstStyle>
            <a:lvl1pPr marL="0" indent="0">
              <a:buNone/>
              <a:defRPr sz="819" b="1"/>
            </a:lvl1pPr>
            <a:lvl2pPr marL="156088" indent="0">
              <a:buNone/>
              <a:defRPr sz="683" b="1"/>
            </a:lvl2pPr>
            <a:lvl3pPr marL="312176" indent="0">
              <a:buNone/>
              <a:defRPr sz="615" b="1"/>
            </a:lvl3pPr>
            <a:lvl4pPr marL="468264" indent="0">
              <a:buNone/>
              <a:defRPr sz="546" b="1"/>
            </a:lvl4pPr>
            <a:lvl5pPr marL="624352" indent="0">
              <a:buNone/>
              <a:defRPr sz="546" b="1"/>
            </a:lvl5pPr>
            <a:lvl6pPr marL="780440" indent="0">
              <a:buNone/>
              <a:defRPr sz="546" b="1"/>
            </a:lvl6pPr>
            <a:lvl7pPr marL="936528" indent="0">
              <a:buNone/>
              <a:defRPr sz="546" b="1"/>
            </a:lvl7pPr>
            <a:lvl8pPr marL="1092617" indent="0">
              <a:buNone/>
              <a:defRPr sz="546" b="1"/>
            </a:lvl8pPr>
            <a:lvl9pPr marL="1248705" indent="0">
              <a:buNone/>
              <a:defRPr sz="5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855321"/>
            <a:ext cx="1530660" cy="1258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930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023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1080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56104"/>
            <a:ext cx="1161239" cy="546365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337142"/>
            <a:ext cx="1822728" cy="1664027"/>
          </a:xfrm>
        </p:spPr>
        <p:txBody>
          <a:bodyPr/>
          <a:lstStyle>
            <a:lvl1pPr>
              <a:defRPr sz="1092"/>
            </a:lvl1pPr>
            <a:lvl2pPr>
              <a:defRPr sz="956"/>
            </a:lvl2pPr>
            <a:lvl3pPr>
              <a:defRPr sz="819"/>
            </a:lvl3pPr>
            <a:lvl4pPr>
              <a:defRPr sz="683"/>
            </a:lvl4pPr>
            <a:lvl5pPr>
              <a:defRPr sz="683"/>
            </a:lvl5pPr>
            <a:lvl6pPr>
              <a:defRPr sz="683"/>
            </a:lvl6pPr>
            <a:lvl7pPr>
              <a:defRPr sz="683"/>
            </a:lvl7pPr>
            <a:lvl8pPr>
              <a:defRPr sz="683"/>
            </a:lvl8pPr>
            <a:lvl9pPr>
              <a:defRPr sz="6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702469"/>
            <a:ext cx="1161239" cy="1301411"/>
          </a:xfrm>
        </p:spPr>
        <p:txBody>
          <a:bodyPr/>
          <a:lstStyle>
            <a:lvl1pPr marL="0" indent="0">
              <a:buNone/>
              <a:defRPr sz="546"/>
            </a:lvl1pPr>
            <a:lvl2pPr marL="156088" indent="0">
              <a:buNone/>
              <a:defRPr sz="478"/>
            </a:lvl2pPr>
            <a:lvl3pPr marL="312176" indent="0">
              <a:buNone/>
              <a:defRPr sz="410"/>
            </a:lvl3pPr>
            <a:lvl4pPr marL="468264" indent="0">
              <a:buNone/>
              <a:defRPr sz="341"/>
            </a:lvl4pPr>
            <a:lvl5pPr marL="624352" indent="0">
              <a:buNone/>
              <a:defRPr sz="341"/>
            </a:lvl5pPr>
            <a:lvl6pPr marL="780440" indent="0">
              <a:buNone/>
              <a:defRPr sz="341"/>
            </a:lvl6pPr>
            <a:lvl7pPr marL="936528" indent="0">
              <a:buNone/>
              <a:defRPr sz="341"/>
            </a:lvl7pPr>
            <a:lvl8pPr marL="1092617" indent="0">
              <a:buNone/>
              <a:defRPr sz="341"/>
            </a:lvl8pPr>
            <a:lvl9pPr marL="1248705" indent="0">
              <a:buNone/>
              <a:defRPr sz="3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40602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56104"/>
            <a:ext cx="1161239" cy="546365"/>
          </a:xfrm>
        </p:spPr>
        <p:txBody>
          <a:bodyPr anchor="b"/>
          <a:lstStyle>
            <a:lvl1pPr>
              <a:defRPr sz="10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337142"/>
            <a:ext cx="1822728" cy="1664027"/>
          </a:xfrm>
        </p:spPr>
        <p:txBody>
          <a:bodyPr anchor="t"/>
          <a:lstStyle>
            <a:lvl1pPr marL="0" indent="0">
              <a:buNone/>
              <a:defRPr sz="1092"/>
            </a:lvl1pPr>
            <a:lvl2pPr marL="156088" indent="0">
              <a:buNone/>
              <a:defRPr sz="956"/>
            </a:lvl2pPr>
            <a:lvl3pPr marL="312176" indent="0">
              <a:buNone/>
              <a:defRPr sz="819"/>
            </a:lvl3pPr>
            <a:lvl4pPr marL="468264" indent="0">
              <a:buNone/>
              <a:defRPr sz="683"/>
            </a:lvl4pPr>
            <a:lvl5pPr marL="624352" indent="0">
              <a:buNone/>
              <a:defRPr sz="683"/>
            </a:lvl5pPr>
            <a:lvl6pPr marL="780440" indent="0">
              <a:buNone/>
              <a:defRPr sz="683"/>
            </a:lvl6pPr>
            <a:lvl7pPr marL="936528" indent="0">
              <a:buNone/>
              <a:defRPr sz="683"/>
            </a:lvl7pPr>
            <a:lvl8pPr marL="1092617" indent="0">
              <a:buNone/>
              <a:defRPr sz="683"/>
            </a:lvl8pPr>
            <a:lvl9pPr marL="1248705" indent="0">
              <a:buNone/>
              <a:defRPr sz="68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702469"/>
            <a:ext cx="1161239" cy="1301411"/>
          </a:xfrm>
        </p:spPr>
        <p:txBody>
          <a:bodyPr/>
          <a:lstStyle>
            <a:lvl1pPr marL="0" indent="0">
              <a:buNone/>
              <a:defRPr sz="546"/>
            </a:lvl1pPr>
            <a:lvl2pPr marL="156088" indent="0">
              <a:buNone/>
              <a:defRPr sz="478"/>
            </a:lvl2pPr>
            <a:lvl3pPr marL="312176" indent="0">
              <a:buNone/>
              <a:defRPr sz="410"/>
            </a:lvl3pPr>
            <a:lvl4pPr marL="468264" indent="0">
              <a:buNone/>
              <a:defRPr sz="341"/>
            </a:lvl4pPr>
            <a:lvl5pPr marL="624352" indent="0">
              <a:buNone/>
              <a:defRPr sz="341"/>
            </a:lvl5pPr>
            <a:lvl6pPr marL="780440" indent="0">
              <a:buNone/>
              <a:defRPr sz="341"/>
            </a:lvl6pPr>
            <a:lvl7pPr marL="936528" indent="0">
              <a:buNone/>
              <a:defRPr sz="341"/>
            </a:lvl7pPr>
            <a:lvl8pPr marL="1092617" indent="0">
              <a:buNone/>
              <a:defRPr sz="341"/>
            </a:lvl8pPr>
            <a:lvl9pPr marL="1248705" indent="0">
              <a:buNone/>
              <a:defRPr sz="3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9508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9998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24667"/>
            <a:ext cx="776347" cy="19843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24667"/>
            <a:ext cx="2284035" cy="1984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694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24667"/>
            <a:ext cx="3105388" cy="452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623333"/>
            <a:ext cx="3105388" cy="148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2170282"/>
            <a:ext cx="810101" cy="124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B2836-764F-9D4C-84C9-D966FF3832BD}" type="datetimeFigureOut">
              <a:rPr lang="en-CN" smtClean="0"/>
              <a:t>2024/3/10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2170282"/>
            <a:ext cx="1215152" cy="124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2170282"/>
            <a:ext cx="810101" cy="124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7A292-76AA-1042-9701-819BD6CFC08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63230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1" r:id="rId1"/>
    <p:sldLayoutId id="2147484502" r:id="rId2"/>
    <p:sldLayoutId id="2147484503" r:id="rId3"/>
    <p:sldLayoutId id="2147484504" r:id="rId4"/>
    <p:sldLayoutId id="2147484505" r:id="rId5"/>
    <p:sldLayoutId id="2147484506" r:id="rId6"/>
    <p:sldLayoutId id="2147484507" r:id="rId7"/>
    <p:sldLayoutId id="2147484508" r:id="rId8"/>
    <p:sldLayoutId id="2147484509" r:id="rId9"/>
    <p:sldLayoutId id="2147484510" r:id="rId10"/>
    <p:sldLayoutId id="2147484511" r:id="rId11"/>
  </p:sldLayoutIdLst>
  <p:txStyles>
    <p:titleStyle>
      <a:lvl1pPr algn="l" defTabSz="312176" rtl="0" eaLnBrk="1" latinLnBrk="0" hangingPunct="1">
        <a:lnSpc>
          <a:spcPct val="90000"/>
        </a:lnSpc>
        <a:spcBef>
          <a:spcPct val="0"/>
        </a:spcBef>
        <a:buNone/>
        <a:defRPr sz="15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8044" indent="-78044" algn="l" defTabSz="312176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956" kern="1200">
          <a:solidFill>
            <a:schemeClr val="tx1"/>
          </a:solidFill>
          <a:latin typeface="+mn-lt"/>
          <a:ea typeface="+mn-ea"/>
          <a:cs typeface="+mn-cs"/>
        </a:defRPr>
      </a:lvl1pPr>
      <a:lvl2pPr marL="234132" indent="-78044" algn="l" defTabSz="312176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819" kern="1200">
          <a:solidFill>
            <a:schemeClr val="tx1"/>
          </a:solidFill>
          <a:latin typeface="+mn-lt"/>
          <a:ea typeface="+mn-ea"/>
          <a:cs typeface="+mn-cs"/>
        </a:defRPr>
      </a:lvl2pPr>
      <a:lvl3pPr marL="390220" indent="-78044" algn="l" defTabSz="312176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83" kern="1200">
          <a:solidFill>
            <a:schemeClr val="tx1"/>
          </a:solidFill>
          <a:latin typeface="+mn-lt"/>
          <a:ea typeface="+mn-ea"/>
          <a:cs typeface="+mn-cs"/>
        </a:defRPr>
      </a:lvl3pPr>
      <a:lvl4pPr marL="546308" indent="-78044" algn="l" defTabSz="312176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4pPr>
      <a:lvl5pPr marL="702396" indent="-78044" algn="l" defTabSz="312176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5pPr>
      <a:lvl6pPr marL="858484" indent="-78044" algn="l" defTabSz="312176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6pPr>
      <a:lvl7pPr marL="1014573" indent="-78044" algn="l" defTabSz="312176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7pPr>
      <a:lvl8pPr marL="1170661" indent="-78044" algn="l" defTabSz="312176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8pPr>
      <a:lvl9pPr marL="1326749" indent="-78044" algn="l" defTabSz="312176" rtl="0" eaLnBrk="1" latinLnBrk="0" hangingPunct="1">
        <a:lnSpc>
          <a:spcPct val="90000"/>
        </a:lnSpc>
        <a:spcBef>
          <a:spcPts val="171"/>
        </a:spcBef>
        <a:buFont typeface="Arial" panose="020B0604020202020204" pitchFamily="34" charset="0"/>
        <a:buChar char="•"/>
        <a:defRPr sz="6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1pPr>
      <a:lvl2pPr marL="156088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2pPr>
      <a:lvl3pPr marL="312176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3pPr>
      <a:lvl4pPr marL="468264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4pPr>
      <a:lvl5pPr marL="624352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5pPr>
      <a:lvl6pPr marL="780440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6pPr>
      <a:lvl7pPr marL="936528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7pPr>
      <a:lvl8pPr marL="1092617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8pPr>
      <a:lvl9pPr marL="1248705" algn="l" defTabSz="312176" rtl="0" eaLnBrk="1" latinLnBrk="0" hangingPunct="1">
        <a:defRPr sz="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124108C-FB82-D5E1-8589-755B92AEE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808" y="541522"/>
            <a:ext cx="177574" cy="180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7376EB4-20F7-D071-609D-4A9417103FA9}"/>
              </a:ext>
            </a:extLst>
          </p:cNvPr>
          <p:cNvGrpSpPr/>
          <p:nvPr/>
        </p:nvGrpSpPr>
        <p:grpSpPr>
          <a:xfrm>
            <a:off x="382579" y="22978"/>
            <a:ext cx="3103514" cy="461665"/>
            <a:chOff x="11892" y="116842"/>
            <a:chExt cx="3103514" cy="461665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1CD5ED1-74D0-63AB-75DB-EDE42DDCDA27}"/>
                </a:ext>
              </a:extLst>
            </p:cNvPr>
            <p:cNvSpPr txBox="1"/>
            <p:nvPr/>
          </p:nvSpPr>
          <p:spPr>
            <a:xfrm>
              <a:off x="191899" y="116842"/>
              <a:ext cx="2923507" cy="461665"/>
            </a:xfrm>
            <a:prstGeom prst="rect">
              <a:avLst/>
            </a:prstGeom>
            <a:solidFill>
              <a:srgbClr val="7BED9F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Determine whether the…</a:t>
              </a:r>
            </a:p>
            <a:p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Your answer: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1010C1-8D73-9D5D-E62F-41346B55F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92" y="116842"/>
              <a:ext cx="180000" cy="18000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53C0E45-1624-BBF9-703A-63CDC1C0BA8D}"/>
              </a:ext>
            </a:extLst>
          </p:cNvPr>
          <p:cNvSpPr txBox="1"/>
          <p:nvPr/>
        </p:nvSpPr>
        <p:spPr>
          <a:xfrm>
            <a:off x="453013" y="538824"/>
            <a:ext cx="2923507" cy="215444"/>
          </a:xfrm>
          <a:prstGeom prst="rect">
            <a:avLst/>
          </a:prstGeom>
          <a:solidFill>
            <a:srgbClr val="FF6B8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F1A607-9243-E60F-3490-53B4618C33F8}"/>
              </a:ext>
            </a:extLst>
          </p:cNvPr>
          <p:cNvGrpSpPr/>
          <p:nvPr/>
        </p:nvGrpSpPr>
        <p:grpSpPr>
          <a:xfrm>
            <a:off x="382579" y="808449"/>
            <a:ext cx="3103514" cy="461665"/>
            <a:chOff x="11892" y="894207"/>
            <a:chExt cx="3103514" cy="46166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F5E4495-0630-C8E4-19A1-BDCBDB979006}"/>
                </a:ext>
              </a:extLst>
            </p:cNvPr>
            <p:cNvSpPr txBox="1"/>
            <p:nvPr/>
          </p:nvSpPr>
          <p:spPr>
            <a:xfrm>
              <a:off x="191899" y="894207"/>
              <a:ext cx="2923507" cy="461665"/>
            </a:xfrm>
            <a:prstGeom prst="rect">
              <a:avLst/>
            </a:prstGeom>
            <a:solidFill>
              <a:srgbClr val="7BED9F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Re-read your answer above. Do you see any issues or mistakes with your answer? If so, please identify these issues or mistakes and make the necessary edits.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B9D2E7-5FE6-FC82-2A04-B9E1DBC5F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92" y="894207"/>
              <a:ext cx="180000" cy="180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F9D467-9CD6-930F-299A-0B43ACAB8F4D}"/>
              </a:ext>
            </a:extLst>
          </p:cNvPr>
          <p:cNvGrpSpPr/>
          <p:nvPr/>
        </p:nvGrpSpPr>
        <p:grpSpPr>
          <a:xfrm>
            <a:off x="453008" y="1324295"/>
            <a:ext cx="3129374" cy="215444"/>
            <a:chOff x="82321" y="1411549"/>
            <a:chExt cx="3129374" cy="21544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4C66DCC-8B5B-E2CA-CCC6-1DD846A29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4121" y="1411549"/>
              <a:ext cx="177574" cy="18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642723-721A-E9BC-2FC4-A9C51803785B}"/>
                </a:ext>
              </a:extLst>
            </p:cNvPr>
            <p:cNvSpPr txBox="1"/>
            <p:nvPr/>
          </p:nvSpPr>
          <p:spPr>
            <a:xfrm>
              <a:off x="82321" y="1411549"/>
              <a:ext cx="2923507" cy="215444"/>
            </a:xfrm>
            <a:prstGeom prst="rect">
              <a:avLst/>
            </a:prstGeom>
            <a:solidFill>
              <a:srgbClr val="FF6B8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DFE491-4BD6-E786-5504-6FEA0DA74831}"/>
              </a:ext>
            </a:extLst>
          </p:cNvPr>
          <p:cNvGrpSpPr/>
          <p:nvPr/>
        </p:nvGrpSpPr>
        <p:grpSpPr>
          <a:xfrm>
            <a:off x="382579" y="1593920"/>
            <a:ext cx="3103514" cy="461665"/>
            <a:chOff x="11892" y="1685084"/>
            <a:chExt cx="3103514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11A929-1C8A-2318-3FBC-9310386E93A7}"/>
                </a:ext>
              </a:extLst>
            </p:cNvPr>
            <p:cNvSpPr txBox="1"/>
            <p:nvPr/>
          </p:nvSpPr>
          <p:spPr>
            <a:xfrm>
              <a:off x="191899" y="1685084"/>
              <a:ext cx="2923507" cy="461665"/>
            </a:xfrm>
            <a:prstGeom prst="rect">
              <a:avLst/>
            </a:prstGeom>
            <a:solidFill>
              <a:srgbClr val="7BED9F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Analyze the content above and provide your final answer. Your answer should be either yes or no.</a:t>
              </a:r>
            </a:p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Your answer: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E6319B0-BBE3-E612-E47A-DA99B17F7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92" y="1685084"/>
              <a:ext cx="180000" cy="1800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81326D-B461-13AF-98E4-63B78B5B3A12}"/>
              </a:ext>
            </a:extLst>
          </p:cNvPr>
          <p:cNvGrpSpPr/>
          <p:nvPr/>
        </p:nvGrpSpPr>
        <p:grpSpPr>
          <a:xfrm>
            <a:off x="453008" y="2109764"/>
            <a:ext cx="3129374" cy="215444"/>
            <a:chOff x="82321" y="2203633"/>
            <a:chExt cx="3129374" cy="21544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3B9E6D6-E276-6648-1011-5554F473F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4121" y="2203633"/>
              <a:ext cx="177574" cy="18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7677E4-1ECB-FADB-2900-6AE8FFF0AE2B}"/>
                </a:ext>
              </a:extLst>
            </p:cNvPr>
            <p:cNvSpPr txBox="1"/>
            <p:nvPr/>
          </p:nvSpPr>
          <p:spPr>
            <a:xfrm>
              <a:off x="82321" y="2203633"/>
              <a:ext cx="2923507" cy="215444"/>
            </a:xfrm>
            <a:prstGeom prst="rect">
              <a:avLst/>
            </a:prstGeom>
            <a:solidFill>
              <a:srgbClr val="FF6B8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17336F4-4235-9B1F-089F-EB43BEE0B196}"/>
              </a:ext>
            </a:extLst>
          </p:cNvPr>
          <p:cNvSpPr txBox="1"/>
          <p:nvPr/>
        </p:nvSpPr>
        <p:spPr>
          <a:xfrm>
            <a:off x="-44913" y="9292"/>
            <a:ext cx="579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178E90-4EB0-991D-1112-29B4DFFECA9B}"/>
              </a:ext>
            </a:extLst>
          </p:cNvPr>
          <p:cNvSpPr txBox="1"/>
          <p:nvPr/>
        </p:nvSpPr>
        <p:spPr>
          <a:xfrm>
            <a:off x="-44913" y="788026"/>
            <a:ext cx="579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AA5A2B-AF15-7BC2-D6DE-655EF61E6695}"/>
              </a:ext>
            </a:extLst>
          </p:cNvPr>
          <p:cNvSpPr txBox="1"/>
          <p:nvPr/>
        </p:nvSpPr>
        <p:spPr>
          <a:xfrm>
            <a:off x="-44913" y="1573495"/>
            <a:ext cx="579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800" dirty="0"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</a:p>
        </p:txBody>
      </p:sp>
    </p:spTree>
    <p:extLst>
      <p:ext uri="{BB962C8B-B14F-4D97-AF65-F5344CB8AC3E}">
        <p14:creationId xmlns:p14="http://schemas.microsoft.com/office/powerpoint/2010/main" val="428498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13142</TotalTime>
  <Words>70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qiuhuachuan</dc:creator>
  <cp:lastModifiedBy>a23110</cp:lastModifiedBy>
  <cp:revision>70</cp:revision>
  <dcterms:created xsi:type="dcterms:W3CDTF">2021-12-19T12:49:18Z</dcterms:created>
  <dcterms:modified xsi:type="dcterms:W3CDTF">2024-03-10T07:55:59Z</dcterms:modified>
</cp:coreProperties>
</file>